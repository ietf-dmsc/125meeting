
<file path=[Content_Types].xml><?xml version="1.0" encoding="utf-8"?>
<Types xmlns="http://schemas.openxmlformats.org/package/2006/content-types">
  <Default Extension="png" ContentType="image/png"/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ommentAuthors.xml" ContentType="application/vnd.openxmlformats-officedocument.presentationml.commentAuthor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  <p:sldMasterId id="2147483652" r:id="rId3"/>
  </p:sldMasterIdLst>
  <p:notesMasterIdLst>
    <p:notesMasterId r:id="rId5"/>
  </p:notesMasterIdLst>
  <p:sldIdLst>
    <p:sldId id="263" r:id="rId4"/>
    <p:sldId id="262" r:id="rId6"/>
    <p:sldId id="264" r:id="rId7"/>
    <p:sldId id="265" r:id="rId8"/>
    <p:sldId id="266" r:id="rId9"/>
    <p:sldId id="267" r:id="rId10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杨玉森" initials="l" lastIdx="0" clrIdx="0"/>
  <p:cmAuthor id="2" name="王 勋" initials="王" lastIdx="0" clrIdx="1"/>
  <p:cmAuthor id="3" name="作者" initials="A" lastIdx="0" clrIdx="2"/>
  <p:cmAuthor id="4" name="呼博文" initials="呼" lastIdx="0" clrIdx="3"/>
  <p:cmAuthor id="5" name="冯诺娃" initials="冯" lastIdx="0" clrIdx="4"/>
  <p:cmAuthor id="6" name="zhang" initials="z" lastIdx="0" clrIdx="5"/>
  <p:cmAuthor id="7" name="Han Bary" initials="HB" lastIdx="0" clrIdx="6"/>
  <p:cmAuthor id="8" name="L cm" initials="Lc" lastIdx="0" clrIdx="7"/>
  <p:cmAuthor id="9" name="Ser Talk" initials="ST" lastIdx="0" clrIdx="8"/>
  <p:cmAuthor id="10" name="Kyle" initials="K" lastIdx="0" clrIdx="9"/>
  <p:cmAuthor id="11" name="Administrator" initials="A" lastIdx="0" clrIdx="10"/>
  <p:cmAuthor id="12" name="何雪婷" initials="何" lastIdx="0" clrIdx="11"/>
  <p:cmAuthor id="13" name="程涛" initials="c" lastIdx="0" clrIdx="12"/>
  <p:cmAuthor id="14" name="GSTA-ZhR" initials="G" lastIdx="0" clrIdx="13"/>
  <p:cmAuthor id="15" name="未知用户443" initials="未" lastIdx="0" clrIdx="14"/>
  <p:cmAuthor id="16" name="Shaoyang Rao" initials="SR" lastIdx="0" clrIdx="15"/>
  <p:cmAuthor id="17" name="未知用户411" initials="未" lastIdx="0" clrIdx="16"/>
  <p:cmAuthor id="18" name="IT 测试" initials="I测" lastIdx="0" clrIdx="17"/>
  <p:cmAuthor id="19" name="未知用户444" initials="未" lastIdx="0" clrIdx="18"/>
  <p:cmAuthor id="20" name="wenming" initials="w" lastIdx="0" clrIdx="19"/>
  <p:cmAuthor id="21" name="未知用户413" initials="未" lastIdx="0" clrIdx="20"/>
  <p:cmAuthor id="22" name="Macy Jin" initials="MJ" lastIdx="0" clrIdx="21"/>
  <p:cmAuthor id="23" name="未知用户445" initials="未" lastIdx="0" clrIdx="22"/>
  <p:cmAuthor id="24" name="CN=耿成涛/OU=河南/O=chtc" initials="C" lastIdx="0" clrIdx="23"/>
  <p:cmAuthor id="25" name="殷格非" initials="殷" lastIdx="0" clrIdx="24"/>
  <p:cmAuthor id="26" name="未知用户446" initials="未" lastIdx="0" clrIdx="25"/>
  <p:cmAuthor id="27" name="康启龙" initials="J" lastIdx="0" clrIdx="26"/>
  <p:cmAuthor id="28" name="z r" initials="zr" lastIdx="0" clrIdx="27"/>
  <p:cmAuthor id="29" name="未知用户447" initials="未" lastIdx="0" clrIdx="28"/>
  <p:cmAuthor id="30" name="陈志彬" initials="a" lastIdx="0" clrIdx="29"/>
  <p:cmAuthor id="31" name="8310" initials="8" lastIdx="0" clrIdx="30"/>
  <p:cmAuthor id="32" name="未知用户448" initials="未" lastIdx="0" clrIdx="31"/>
  <p:cmAuthor id="33" name="吴胜天10004945" initials="吴胜天10004945" lastIdx="0" clrIdx="32"/>
  <p:cmAuthor id="34" name="Aqf" initials="A" lastIdx="0" clrIdx="33"/>
  <p:cmAuthor id="35" name="未知用户333" initials="未" lastIdx="0" clrIdx="34"/>
  <p:cmAuthor id="36" name="海燕 焦" initials="海燕" lastIdx="0" clrIdx="35"/>
  <p:cmAuthor id="37" name="13709759491@139.com" initials="1" lastIdx="0" clrIdx="36"/>
  <p:cmAuthor id="38" name="未知用户417" initials="未" lastIdx="0" clrIdx="37"/>
  <p:cmAuthor id="39" name="10107538" initials="1" lastIdx="0" clrIdx="38"/>
  <p:cmAuthor id="40" name="YaoChunfen" initials="Y" lastIdx="0" clrIdx="39"/>
  <p:cmAuthor id="41" name="未知用户449" initials="未" lastIdx="0" clrIdx="40"/>
  <p:cmAuthor id="42" name="Tang Siri" initials="T" lastIdx="0" clrIdx="41"/>
  <p:cmAuthor id="43" name="cheng" initials="c" lastIdx="0" clrIdx="42"/>
  <p:cmAuthor id="44" name="未知用户418" initials="未" lastIdx="0" clrIdx="43"/>
  <p:cmAuthor id="45" name="think" initials="t" lastIdx="0" clrIdx="44"/>
  <p:cmAuthor id="46" name="方少_UbQfrimU" initials="authorId_442114952" lastIdx="0" clrIdx="45"/>
  <p:cmAuthor id="47" name="未知用户450" initials="未" lastIdx="0" clrIdx="46"/>
  <p:cmAuthor id="48" name="Hans Neff" initials="HN" lastIdx="0" clrIdx="47"/>
  <p:cmAuthor id="49" name="叶盛_Q3A3IfEf" initials="authorId_506280334" lastIdx="0" clrIdx="48"/>
  <p:cmAuthor id="50" name="未知用户423" initials="未" lastIdx="0" clrIdx="49"/>
  <p:cmAuthor id="51" name="John" initials="J" lastIdx="0" clrIdx="50"/>
  <p:cmAuthor id="52" name="Harley._bEJrUJ7r" initials="authorId_432156705" lastIdx="0" clrIdx="51"/>
  <p:cmAuthor id="53" name="未知用户424" initials="未" lastIdx="0" clrIdx="52"/>
  <p:cmAuthor id="54" name="10025093" initials="1" lastIdx="0" clrIdx="53"/>
  <p:cmAuthor id="55" name="罗平_VB7vJb2E" initials="authorId_305049361" lastIdx="0" clrIdx="54"/>
  <p:cmAuthor id="56" name="未知用户425" initials="未" lastIdx="0" clrIdx="55"/>
  <p:cmAuthor id="57" name="孟伟伟" initials="孟" lastIdx="0" clrIdx="56"/>
  <p:cmAuthor id="58" name="xixi_nUjqe22E" initials="authorId_359229261" lastIdx="0" clrIdx="57"/>
  <p:cmAuthor id="59" name="未知用户451" initials="未" lastIdx="0" clrIdx="58"/>
  <p:cmAuthor id="60" name="00035181" initials="0" lastIdx="0" clrIdx="59"/>
  <p:cmAuthor id="61" name="安安_zm6nYnYZ" initials="authorId_347340296" lastIdx="0" clrIdx="60"/>
  <p:cmAuthor id="62" name="未知用户452" initials="未" lastIdx="0" clrIdx="61"/>
  <p:cmAuthor id="63" name="李蕾00009994" initials="李蕾00009994" lastIdx="0" clrIdx="62"/>
  <p:cmAuthor id="64" name="未知用户453" initials="未" lastIdx="0" clrIdx="63"/>
  <p:cmAuthor id="65" name="10084783" initials="1" lastIdx="0" clrIdx="64"/>
  <p:cmAuthor id="66" name="未知用户454" initials="未" lastIdx="0" clrIdx="65"/>
  <p:cmAuthor id="67" name="00065088" initials="0" lastIdx="0" clrIdx="66"/>
  <p:cmAuthor id="68" name="高飞" initials="高" lastIdx="0" clrIdx="67"/>
  <p:cmAuthor id="69" name="周君_MfIffYra" initials="authorId_375419134" lastIdx="0" clrIdx="68"/>
  <p:cmAuthor id="70" name="未知用户455" initials="未" lastIdx="0" clrIdx="69"/>
  <p:cmAuthor id="71" name="10066351" initials="1" lastIdx="0" clrIdx="70"/>
  <p:cmAuthor id="72" name="xzb1" initials="x" lastIdx="0" clrIdx="71"/>
  <p:cmAuthor id="73" name="未知用户456" initials="未" lastIdx="0" clrIdx="72"/>
  <p:cmAuthor id="74" name="蔡建楠" initials="caijianna" lastIdx="0" clrIdx="73"/>
  <p:cmAuthor id="75" name="未知用户457" initials="未" lastIdx="0" clrIdx="74"/>
  <p:cmAuthor id="76" name="未知用户1" initials="未" lastIdx="0" clrIdx="75"/>
  <p:cmAuthor id="77" name="胖胖聪" initials="胖" lastIdx="0" clrIdx="76"/>
  <p:cmAuthor id="78" name="未知用户458" initials="未" lastIdx="0" clrIdx="77"/>
  <p:cmAuthor id="79" name="10196350" initials="rule" lastIdx="0" clrIdx="78"/>
  <p:cmAuthor id="80" name="風輕 雲淡" initials="風輕" lastIdx="0" clrIdx="79"/>
  <p:cmAuthor id="81" name="wyz" initials="w" lastIdx="0" clrIdx="80"/>
  <p:cmAuthor id="82" name="张 青山" initials="张" lastIdx="0" clrIdx="81"/>
  <p:cmAuthor id="83" name="10270945" initials="1" lastIdx="0" clrIdx="82"/>
  <p:cmAuthor id="84" name="张青山" initials="张青山" lastIdx="0" clrIdx="83"/>
  <p:cmAuthor id="85" name="10295142" initials="1" lastIdx="0" clrIdx="84"/>
  <p:cmAuthor id="86" name="Hou Yingfeng" initials="H" lastIdx="0" clrIdx="85"/>
  <p:cmAuthor id="87" name="10092001" initials="1" lastIdx="0" clrIdx="86"/>
  <p:cmAuthor id="88" name="10056791" initials="ZTE" lastIdx="0" clrIdx="87"/>
  <p:cmAuthor id="89" name="Author" initials="A" lastIdx="0" clrIdx="88"/>
  <p:cmAuthor id="90" name="10033224" initials="1" lastIdx="0" clrIdx="89"/>
  <p:cmAuthor id="91" name="未知用户471" initials="未" lastIdx="0" clrIdx="90"/>
  <p:cmAuthor id="92" name="10045953" initials="1" lastIdx="0" clrIdx="91"/>
  <p:cmAuthor id="93" name="未知用户472" initials="未" lastIdx="0" clrIdx="92"/>
  <p:cmAuthor id="94" name="Y Y" initials="YY" lastIdx="0" clrIdx="93"/>
  <p:cmAuthor id="95" name="未知用户473" initials="未" lastIdx="0" clrIdx="94"/>
  <p:cmAuthor id="96" name="关全全10258021" initials="关全全10258021" lastIdx="0" clrIdx="95"/>
  <p:cmAuthor id="97" name="齐晓虹10024015" initials="齐晓虹10024015" lastIdx="0" clrIdx="96"/>
  <p:cmAuthor id="98" name="进 揭" initials="进" lastIdx="0" clrIdx="97"/>
  <p:cmAuthor id="99" name="赵欣" initials="zx" lastIdx="0" clrIdx="98"/>
  <p:cmAuthor id="100" name="未知用户475" initials="未" lastIdx="0" clrIdx="99"/>
  <p:cmAuthor id="101" name="10206899" initials="1" lastIdx="0" clrIdx="100"/>
  <p:cmAuthor id="102" name="未知用户476" initials="未" lastIdx="0" clrIdx="101"/>
  <p:cmAuthor id="103" name="10133177" initials="1" lastIdx="0" clrIdx="102"/>
  <p:cmAuthor id="104" name="姚琳" initials="姚" lastIdx="0" clrIdx="103"/>
  <p:cmAuthor id="105" name="10072453" initials="1" lastIdx="0" clrIdx="104"/>
  <p:cmAuthor id="106" name="chen" initials="c" lastIdx="0" clrIdx="105"/>
  <p:cmAuthor id="107" name="未知用户489" initials="未" lastIdx="0" clrIdx="106"/>
  <p:cmAuthor id="108" name="未知的使用者77" initials="" lastIdx="0" clrIdx="107"/>
  <p:cmAuthor id="109" name="未知用户488" initials="未" lastIdx="0" clrIdx="108"/>
  <p:cmAuthor id="110" name="未知的使用者92" initials="" lastIdx="0" clrIdx="109"/>
  <p:cmAuthor id="111" name="未知用户490" initials="未" lastIdx="0" clrIdx="110"/>
  <p:cmAuthor id="112" name="10308000" initials="1" lastIdx="0" clrIdx="111"/>
  <p:cmAuthor id="113" name="未知用户477" initials="未" lastIdx="0" clrIdx="112"/>
  <p:cmAuthor id="114" name="10072673" initials="1" lastIdx="0" clrIdx="113"/>
  <p:cmAuthor id="115" name="未知用户478" initials="未" lastIdx="0" clrIdx="114"/>
  <p:cmAuthor id="116" name="未知的使用者79" initials="" lastIdx="0" clrIdx="115"/>
  <p:cmAuthor id="117" name="10015046" initials="1" lastIdx="0" clrIdx="116"/>
  <p:cmAuthor id="118" name="未知用户107" initials="" lastIdx="0" clrIdx="117"/>
  <p:cmAuthor id="119" name="未知用户480" initials="未" lastIdx="0" clrIdx="118"/>
  <p:cmAuthor id="120" name="未知的使用者80" initials="" lastIdx="0" clrIdx="119"/>
  <p:cmAuthor id="121" name="未知用户481" initials="未" lastIdx="0" clrIdx="120"/>
  <p:cmAuthor id="122" name="未知用户51" initials="" lastIdx="0" clrIdx="121"/>
  <p:cmAuthor id="123" name="未知用户271" initials="未" lastIdx="0" clrIdx="122"/>
  <p:cmAuthor id="124" name="未知的使用者82" initials="" lastIdx="0" clrIdx="123"/>
  <p:cmAuthor id="125" name="未知用户388" initials="未" lastIdx="0" clrIdx="124"/>
  <p:cmAuthor id="126" name="peter" initials="p" lastIdx="0" clrIdx="125"/>
  <p:cmAuthor id="127" name="未知用户484" initials="未" lastIdx="0" clrIdx="126"/>
  <p:cmAuthor id="128" name="未知的使用者83" initials="" lastIdx="0" clrIdx="127"/>
  <p:cmAuthor id="129" name="未知用户224" initials="未" lastIdx="0" clrIdx="128"/>
  <p:cmAuthor id="130" name="未知的使用者118" initials="" lastIdx="0" clrIdx="129"/>
  <p:cmAuthor id="131" name="jesschin" initials="j" lastIdx="0" clrIdx="130"/>
  <p:cmAuthor id="132" name="未知的使用者84" initials="" lastIdx="0" clrIdx="131"/>
  <p:cmAuthor id="133" name="未知的使用者70" initials="" lastIdx="0" clrIdx="132"/>
  <p:cmAuthor id="134" name="未知的使用者85" initials="" lastIdx="0" clrIdx="133"/>
  <p:cmAuthor id="135" name="未知的使用者40" initials="" lastIdx="0" clrIdx="134"/>
  <p:cmAuthor id="136" name="未知用户487" initials="未" lastIdx="0" clrIdx="135"/>
  <p:cmAuthor id="137" name="未知的使用者87" initials="" lastIdx="0" clrIdx="136"/>
  <p:cmAuthor id="138" name="曾红" initials="" lastIdx="0" clrIdx="137"/>
  <p:cmAuthor id="139" name="未知用户259" initials="未" lastIdx="0" clrIdx="138"/>
  <p:cmAuthor id="140" name="未知的使用者90" initials="" lastIdx="0" clrIdx="139"/>
  <p:cmAuthor id="141" name="未知的使用者29" initials="" lastIdx="0" clrIdx="140"/>
  <p:cmAuthor id="142" name="未知的使用者91" initials="" lastIdx="0" clrIdx="141"/>
  <p:cmAuthor id="143" name="未知的使用者98" initials="" lastIdx="0" clrIdx="142"/>
  <p:cmAuthor id="144" name="CHRISYU" initials="" lastIdx="0" clrIdx="143"/>
  <p:cmAuthor id="145" name="seki" initials="s" lastIdx="0" clrIdx="144"/>
  <p:cmAuthor id="146" name="未知的使用者113" initials="" lastIdx="0" clrIdx="145"/>
  <p:cmAuthor id="147" name="liucunri" initials="" lastIdx="0" clrIdx="146"/>
  <p:cmAuthor id="148" name="未知用户9" initials="" lastIdx="0" clrIdx="147"/>
  <p:cmAuthor id="149" name="未知用户270" initials="未" lastIdx="0" clrIdx="148"/>
  <p:cmAuthor id="150" name="Unknown User48" initials="" lastIdx="0" clrIdx="149"/>
  <p:cmAuthor id="151" name="未知用户103" initials="" lastIdx="0" clrIdx="150"/>
  <p:cmAuthor id="152" name="Unknown User52" initials="" lastIdx="0" clrIdx="151"/>
  <p:cmAuthor id="153" name="未知的使用者42" initials="" lastIdx="0" clrIdx="152"/>
  <p:cmAuthor id="154" name="俊呈 賴" initials="俊" lastIdx="0" clrIdx="153"/>
  <p:cmAuthor id="155" name="Unknown User50" initials="" lastIdx="0" clrIdx="154"/>
  <p:cmAuthor id="156" name="未知的使用者120" initials="" lastIdx="0" clrIdx="155"/>
  <p:cmAuthor id="157" name="px" initials="" lastIdx="0" clrIdx="156"/>
  <p:cmAuthor id="158" name="Nero" initials="N" lastIdx="0" clrIdx="157"/>
  <p:cmAuthor id="159" name="Sky123.Org" initials="" lastIdx="0" clrIdx="158"/>
  <p:cmAuthor id="160" name="yifan song" initials="y" lastIdx="0" clrIdx="159"/>
  <p:cmAuthor id="161" name="许 志军" initials="许" lastIdx="0" clrIdx="160"/>
  <p:cmAuthor id="162" name="欧 志芳" initials="欧" lastIdx="0" clrIdx="161"/>
  <p:cmAuthor id="163" name="Jiang" initials="J" lastIdx="0" clrIdx="162"/>
  <p:cmAuthor id="164" name="v15194" initials="v" lastIdx="0" clrIdx="163"/>
  <p:cmAuthor id="165" name="微软用户" initials="" lastIdx="0" clrIdx="164"/>
  <p:cmAuthor id="166" name="莊安君" initials="莊" lastIdx="0" clrIdx="165"/>
  <p:cmAuthor id="167" name="未知的使用者73" initials="" lastIdx="0" clrIdx="166"/>
  <p:cmAuthor id="168" name="未知的使用者24" initials="" lastIdx="0" clrIdx="167"/>
  <p:cmAuthor id="169" name="未知用户16" initials="" lastIdx="0" clrIdx="168"/>
  <p:cmAuthor id="170" name="陳建璋" initials="陳" lastIdx="0" clrIdx="169"/>
  <p:cmAuthor id="171" name="Mary Feil-Jacobs" initials="" lastIdx="0" clrIdx="170"/>
  <p:cmAuthor id="172" name="建璋" initials="建" lastIdx="0" clrIdx="171"/>
  <p:cmAuthor id="173" name="LiuHui" initials="" lastIdx="0" clrIdx="172"/>
  <p:cmAuthor id="174" name="未知的使用者45" initials="" lastIdx="0" clrIdx="173"/>
  <p:cmAuthor id="175" name="77482" initials="7" lastIdx="0" clrIdx="174"/>
  <p:cmAuthor id="176" name="王鹏凯" initials="" lastIdx="0" clrIdx="175"/>
  <p:cmAuthor id="177" name="未知用户265" initials="未" lastIdx="0" clrIdx="176"/>
  <p:cmAuthor id="178" name="未知用户104" initials="" lastIdx="0" clrIdx="177"/>
  <p:cmAuthor id="179" name="未知用户267" initials="未" lastIdx="0" clrIdx="178"/>
  <p:cmAuthor id="180" name="未知用户5" initials="" lastIdx="0" clrIdx="179"/>
  <p:cmAuthor id="181" name="liuxie" initials="l" lastIdx="0" clrIdx="180"/>
  <p:cmAuthor id="182" name="未知的使用者10" initials="" lastIdx="0" clrIdx="181"/>
  <p:cmAuthor id="183" name="未知的使用者93" initials="" lastIdx="0" clrIdx="182"/>
  <p:cmAuthor id="184" name="未知用户241" initials="未" lastIdx="0" clrIdx="183"/>
  <p:cmAuthor id="185" name="Zhanwei Xiao(CUC SRD2-HZ-FZ)" initials="Z" lastIdx="0" clrIdx="184"/>
  <p:cmAuthor id="186" name="未知用户242" initials="未" lastIdx="0" clrIdx="185"/>
  <p:cmAuthor id="187" name="LeeElva" initials="" lastIdx="0" clrIdx="186"/>
  <p:cmAuthor id="188" name="未知用户99" initials="" lastIdx="0" clrIdx="187"/>
  <p:cmAuthor id="189" name="未知用户227" initials="未" lastIdx="0" clrIdx="188"/>
  <p:cmAuthor id="190" name="未知的使用者34" initials="" lastIdx="0" clrIdx="189"/>
  <p:cmAuthor id="191" name="未知用户298" initials="未" lastIdx="0" clrIdx="190"/>
  <p:cmAuthor id="192" name="未知的使用者115" initials="" lastIdx="0" clrIdx="191"/>
  <p:cmAuthor id="193" name="未知用户299" initials="未" lastIdx="0" clrIdx="192"/>
  <p:cmAuthor id="194" name="未知用户57" initials="" lastIdx="0" clrIdx="193"/>
  <p:cmAuthor id="195" name="lianghb" initials="" lastIdx="0" clrIdx="194"/>
  <p:cmAuthor id="196" name="未知用户302" initials="未" lastIdx="0" clrIdx="195"/>
  <p:cmAuthor id="197" name="未知用户17" initials="" lastIdx="0" clrIdx="196"/>
  <p:cmAuthor id="198" name="Deanna Schuler (Bookey Consulting)" initials="" lastIdx="0" clrIdx="197"/>
  <p:cmAuthor id="199" name="未知的使用者57" initials="" lastIdx="0" clrIdx="198"/>
  <p:cmAuthor id="200" name="未知的使用者16" initials="" lastIdx="0" clrIdx="199"/>
  <p:cmAuthor id="201" name="許詩婕" initials="許" lastIdx="0" clrIdx="200"/>
  <p:cmAuthor id="202" name="WPS_1734174719" initials="W" lastIdx="0" clrIdx="201"/>
  <p:cmAuthor id="203" name="未知的使用者35" initials="" lastIdx="0" clrIdx="202"/>
  <p:cmAuthor id="204" name="未知用户102" initials="" lastIdx="0" clrIdx="203"/>
  <p:cmAuthor id="205" name="minil" initials="m" lastIdx="0" clrIdx="204"/>
  <p:cmAuthor id="206" name="maxine" initials="" lastIdx="0" clrIdx="205"/>
  <p:cmAuthor id="207" name="15106" initials="1" lastIdx="0" clrIdx="206"/>
  <p:cmAuthor id="208" name="未知的使用者121" initials="" lastIdx="0" clrIdx="207"/>
  <p:cmAuthor id="209" name="未知的使用者12" initials="" lastIdx="0" clrIdx="208"/>
  <p:cmAuthor id="210" name="赵 璐" initials="赵" lastIdx="0" clrIdx="209"/>
  <p:cmAuthor id="211" name="周元元" initials="" lastIdx="0" clrIdx="210"/>
  <p:cmAuthor id="212" name="Zhu, Hawk" initials="Z" lastIdx="0" clrIdx="211"/>
  <p:cmAuthor id="213" name="未知的使用者27" initials="" lastIdx="0" clrIdx="212"/>
  <p:cmAuthor id="214" name="tanjp" initials="t" lastIdx="0" clrIdx="213"/>
  <p:cmAuthor id="215" name="Ms" initials="M" lastIdx="0" clrIdx="214"/>
  <p:cmAuthor id="216" name="YS" initials="Y" lastIdx="0" clrIdx="215"/>
  <p:cmAuthor id="217" name="未知的使用者30" initials="" lastIdx="0" clrIdx="216"/>
  <p:cmAuthor id="218" name="未知的使用者53" initials="" lastIdx="0" clrIdx="217"/>
  <p:cmAuthor id="219" name="未知用户58" initials="" lastIdx="0" clrIdx="218"/>
  <p:cmAuthor id="220" name="未知的使用者25" initials="" lastIdx="0" clrIdx="219"/>
  <p:cmAuthor id="221" name="Jdi" initials="J" lastIdx="0" clrIdx="220"/>
  <p:cmAuthor id="222" name="liupeng" initials="" lastIdx="0" clrIdx="221"/>
  <p:cmAuthor id="223" name="未知用户337" initials="未" lastIdx="0" clrIdx="222"/>
  <p:cmAuthor id="224" name="未知用户24" initials="" lastIdx="0" clrIdx="223"/>
  <p:cmAuthor id="225" name="未知用户239" initials="未" lastIdx="0" clrIdx="224"/>
  <p:cmAuthor id="226" name="AbuSina" initials="" lastIdx="0" clrIdx="225"/>
  <p:cmAuthor id="227" name="chenmh" initials="c" lastIdx="0" clrIdx="226"/>
  <p:cmAuthor id="228" name="WPS_1679281038" initials="W" lastIdx="0" clrIdx="227"/>
  <p:cmAuthor id="229" name="hl sun" initials="" lastIdx="0" clrIdx="228"/>
  <p:cmAuthor id="230" name="CVTEr" initials="C" lastIdx="0" clrIdx="229"/>
  <p:cmAuthor id="231" name="未知的使用者94" initials="" lastIdx="0" clrIdx="230"/>
  <p:cmAuthor id="232" name="June C" initials="J" lastIdx="0" clrIdx="231"/>
  <p:cmAuthor id="233" name="未知用户66" initials="" lastIdx="0" clrIdx="232"/>
  <p:cmAuthor id="234" name="00270" initials="0" lastIdx="0" clrIdx="233"/>
  <p:cmAuthor id="235" name="xuqing" initials="x" lastIdx="0" clrIdx="234"/>
  <p:cmAuthor id="236" name="IBM_USER" initials="I" lastIdx="0" clrIdx="235"/>
  <p:cmAuthor id="237" name="未知用户19" initials="" lastIdx="0" clrIdx="236"/>
  <p:cmAuthor id="238" name="aa" initials="a" lastIdx="0" clrIdx="237"/>
  <p:cmAuthor id="239" name="周宏達JerryChou" initials="" lastIdx="0" clrIdx="238"/>
  <p:cmAuthor id="240" name="shinevin liu" initials="s" lastIdx="0" clrIdx="239"/>
  <p:cmAuthor id="241" name="邢辰凤" initials="邢" lastIdx="0" clrIdx="240"/>
  <p:cmAuthor id="242" name="Davidpeng" initials="D" lastIdx="0" clrIdx="241"/>
  <p:cmAuthor id="243" name="未知用户7" initials="" lastIdx="0" clrIdx="242"/>
  <p:cmAuthor id="244" name="dbc" initials="d" lastIdx="0" clrIdx="243"/>
  <p:cmAuthor id="245" name="未知的使用者56" initials="" lastIdx="0" clrIdx="244"/>
  <p:cmAuthor id="246" name="吴军影" initials="吴" lastIdx="0" clrIdx="245"/>
  <p:cmAuthor id="247" name="未知用户46" initials="未" lastIdx="0" clrIdx="246"/>
  <p:cmAuthor id="248" name="冯学沛" initials="冯" lastIdx="0" clrIdx="247"/>
  <p:cmAuthor id="249" name="未知的使用者119" initials="" lastIdx="0" clrIdx="248"/>
  <p:cmAuthor id="250" name="杨 超" initials="杨" lastIdx="0" clrIdx="249"/>
  <p:cmAuthor id="251" name="未知用户59" initials="" lastIdx="0" clrIdx="250"/>
  <p:cmAuthor id="252" name="未知的使用者22" initials="" lastIdx="0" clrIdx="251"/>
  <p:cmAuthor id="253" name="Rex" initials="R" lastIdx="0" clrIdx="252"/>
  <p:cmAuthor id="254" name="未知的使用者103" initials="" lastIdx="0" clrIdx="253"/>
  <p:cmAuthor id="255" name="Wenwen" initials="" lastIdx="0" clrIdx="254"/>
  <p:cmAuthor id="256" name="未知的使用者117" initials="" lastIdx="0" clrIdx="255"/>
  <p:cmAuthor id="257" name="未知的使用者33" initials="" lastIdx="0" clrIdx="256"/>
  <p:cmAuthor id="258" name="未知的使用者28" initials="" lastIdx="0" clrIdx="257"/>
  <p:cmAuthor id="259" name="未知用户67" initials="" lastIdx="0" clrIdx="258"/>
  <p:cmAuthor id="260" name="未知用户114" initials="" lastIdx="0" clrIdx="259"/>
  <p:cmAuthor id="261" name="未知用户18" initials="" lastIdx="0" clrIdx="260"/>
  <p:cmAuthor id="262" name="未知的使用者67" initials="" lastIdx="0" clrIdx="261"/>
  <p:cmAuthor id="263" name="未知的使用者46" initials="" lastIdx="0" clrIdx="262"/>
  <p:cmAuthor id="264" name="未知的使用者26" initials="" lastIdx="0" clrIdx="263"/>
  <p:cmAuthor id="265" name="未知的使用者43" initials="" lastIdx="0" clrIdx="264"/>
  <p:cmAuthor id="266" name="tonghailan" initials="t" lastIdx="0" clrIdx="265"/>
  <p:cmAuthor id="267" name="未知的使用者9" initials="" lastIdx="0" clrIdx="266"/>
  <p:cmAuthor id="268" name="未知用户62" initials="" lastIdx="0" clrIdx="267"/>
  <p:cmAuthor id="269" name="yuanzh" initials="" lastIdx="0" clrIdx="268"/>
  <p:cmAuthor id="270" name="不明使用者57" initials="" lastIdx="0" clrIdx="269"/>
  <p:cmAuthor id="271" name="未知用户108" initials="" lastIdx="0" clrIdx="270"/>
  <p:cmAuthor id="272" name="未知的使用者110" initials="" lastIdx="0" clrIdx="271"/>
  <p:cmAuthor id="273" name="linyd" initials="" lastIdx="0" clrIdx="272"/>
  <p:cmAuthor id="274" name="未知用户8" initials="" lastIdx="0" clrIdx="273"/>
  <p:cmAuthor id="275" name="未知的使用者31" initials="" lastIdx="0" clrIdx="274"/>
  <p:cmAuthor id="276" name="未知用户81" initials="" lastIdx="0" clrIdx="275"/>
  <p:cmAuthor id="277" name="未知用户115" initials="" lastIdx="0" clrIdx="276"/>
  <p:cmAuthor id="278" name="未知用户21" initials="" lastIdx="0" clrIdx="277"/>
  <p:cmAuthor id="279" name="未知的使用者68" initials="" lastIdx="0" clrIdx="278"/>
  <p:cmAuthor id="280" name="mm" initials="" lastIdx="0" clrIdx="279"/>
  <p:cmAuthor id="281" name="未知用户15" initials="" lastIdx="0" clrIdx="280"/>
  <p:cmAuthor id="282" name="朱晓瑜" initials="" lastIdx="0" clrIdx="281"/>
  <p:cmAuthor id="283" name="不明使用者20" initials="" lastIdx="0" clrIdx="282"/>
  <p:cmAuthor id="284" name="未知用户82" initials="" lastIdx="0" clrIdx="283"/>
  <p:cmAuthor id="285" name="未知的使用者7" initials="" lastIdx="0" clrIdx="284"/>
  <p:cmAuthor id="286" name="未知用户6" initials="" lastIdx="0" clrIdx="285"/>
  <p:cmAuthor id="287" name="未知的使用者55" initials="" lastIdx="0" clrIdx="286"/>
  <p:cmAuthor id="288" name="未知的使用者111" initials="" lastIdx="0" clrIdx="287"/>
  <p:cmAuthor id="289" name="未知的使用者50" initials="" lastIdx="0" clrIdx="288"/>
  <p:cmAuthor id="290" name="未知的使用者11" initials="" lastIdx="0" clrIdx="289"/>
  <p:cmAuthor id="291" name="未知用户47" initials="" lastIdx="0" clrIdx="290"/>
  <p:cmAuthor id="292" name="未知用户106" initials="未" lastIdx="0" clrIdx="291"/>
  <p:cmAuthor id="293" name="未知用户116" initials="" lastIdx="0" clrIdx="292"/>
  <p:cmAuthor id="294" name="未知的使用者150" initials="未" lastIdx="0" clrIdx="293"/>
  <p:cmAuthor id="295" name="未知的使用者69" initials="" lastIdx="0" clrIdx="294"/>
  <p:cmAuthor id="296" name="未知的使用者112" initials="" lastIdx="0" clrIdx="295"/>
  <p:cmAuthor id="297" name="未知用户183" initials="未知用户183" lastIdx="0" clrIdx="296"/>
  <p:cmAuthor id="298" name="Kevin Hu" initials="" lastIdx="0" clrIdx="297"/>
  <p:cmAuthor id="299" name="未知的使用者38" initials="" lastIdx="0" clrIdx="298"/>
  <p:cmAuthor id="300" name="唐可欣" initials="" lastIdx="0" clrIdx="299"/>
  <p:cmAuthor id="301" name="未知的使用者8" initials="" lastIdx="0" clrIdx="300"/>
  <p:cmAuthor id="302" name="不明使用者56" initials="" lastIdx="0" clrIdx="301"/>
  <p:cmAuthor id="303" name="P00035_jeremy" initials="" lastIdx="0" clrIdx="302"/>
  <p:cmAuthor id="304" name="Unknown User7" initials="" lastIdx="0" clrIdx="303"/>
  <p:cmAuthor id="305" name="muzi wei" initials="" lastIdx="0" clrIdx="304"/>
  <p:cmAuthor id="306" name="未知的使用者41" initials="" lastIdx="0" clrIdx="305"/>
  <p:cmAuthor id="307" name="韩雨" initials="韩" lastIdx="0" clrIdx="306"/>
  <p:cmAuthor id="308" name="未知的使用者13" initials="" lastIdx="0" clrIdx="307"/>
  <p:cmAuthor id="309" name="djj" initials="" lastIdx="0" clrIdx="308"/>
  <p:cmAuthor id="310" name="未知用户117" initials="" lastIdx="0" clrIdx="309"/>
  <p:cmAuthor id="311" name="ztolei@163.com" initials="z" lastIdx="0" clrIdx="310"/>
  <p:cmAuthor id="312" name="未知用户13" initials="" lastIdx="0" clrIdx="311"/>
  <p:cmAuthor id="313" name="不明使用者21" initials="" lastIdx="0" clrIdx="312"/>
  <p:cmAuthor id="314" name="YUMINGNJ" initials="" lastIdx="0" clrIdx="313"/>
  <p:cmAuthor id="315" name="未知的使用者52" initials="" lastIdx="0" clrIdx="314"/>
  <p:cmAuthor id="316" name="未知用户109" initials="" lastIdx="0" clrIdx="315"/>
  <p:cmAuthor id="317" name="Unknown User117" initials="U" lastIdx="0" clrIdx="316"/>
  <p:cmAuthor id="318" name="thomas" initials="" lastIdx="0" clrIdx="317"/>
  <p:cmAuthor id="319" name="未知的使用者3" initials="" lastIdx="0" clrIdx="318"/>
  <p:cmAuthor id="320" name="未知用户14" initials="" lastIdx="0" clrIdx="319"/>
  <p:cmAuthor id="321" name="Unknown User65" initials="U" lastIdx="0" clrIdx="320"/>
  <p:cmAuthor id="322" name="未知用户98" initials="" lastIdx="0" clrIdx="321"/>
  <p:cmAuthor id="323" name="Unknown User11" initials="U" lastIdx="0" clrIdx="322"/>
  <p:cmAuthor id="324" name="未知用户83" initials="" lastIdx="0" clrIdx="323"/>
  <p:cmAuthor id="325" name="未知用户61" initials="" lastIdx="0" clrIdx="324"/>
  <p:cmAuthor id="326" name="張秀娟" initials="" lastIdx="0" clrIdx="325"/>
  <p:cmAuthor id="327" name="Jason Wang" initials="" lastIdx="0" clrIdx="326"/>
  <p:cmAuthor id="328" name="不明使用者18" initials="" lastIdx="0" clrIdx="327"/>
  <p:cmAuthor id="329" name="未知用户28" initials="未" lastIdx="0" clrIdx="328"/>
  <p:cmAuthor id="330" name="未知的使用者72" initials="" lastIdx="0" clrIdx="329"/>
  <p:cmAuthor id="331" name="未知的使用者48" initials="" lastIdx="0" clrIdx="330"/>
  <p:cmAuthor id="332" name="未知的使用者104" initials="" lastIdx="0" clrIdx="331"/>
  <p:cmAuthor id="333" name="未知用户60" initials="" lastIdx="0" clrIdx="332"/>
  <p:cmAuthor id="334" name="未知的使用者39" initials="未" lastIdx="0" clrIdx="333"/>
  <p:cmAuthor id="335" name="Shawna Strickland" initials="" lastIdx="0" clrIdx="334"/>
  <p:cmAuthor id="336" name="未知的使用者36" initials="" lastIdx="0" clrIdx="335"/>
  <p:cmAuthor id="337" name="未知的使用者136" initials="未" lastIdx="0" clrIdx="336"/>
  <p:cmAuthor id="338" name="Daniel Wuu" initials="" lastIdx="0" clrIdx="337"/>
  <p:cmAuthor id="339" name="未知用户56" initials="" lastIdx="0" clrIdx="338"/>
  <p:cmAuthor id="340" name="未知的使用者14" initials="" lastIdx="0" clrIdx="339"/>
  <p:cmAuthor id="341" name="未知的使用者140" initials="未" lastIdx="0" clrIdx="340"/>
  <p:cmAuthor id="342" name="未知的使用者197" initials="未" lastIdx="0" clrIdx="341"/>
  <p:cmAuthor id="343" name="Ashley Eberenz" initials="" lastIdx="0" clrIdx="342"/>
  <p:cmAuthor id="344" name="不明使用者19" initials="" lastIdx="0" clrIdx="343"/>
  <p:cmAuthor id="345" name="qiantong" initials="" lastIdx="0" clrIdx="344"/>
  <p:cmAuthor id="346" name="未知的使用者74" initials="" lastIdx="0" clrIdx="345"/>
  <p:cmAuthor id="347" name="未知的使用者23" initials="" lastIdx="0" clrIdx="346"/>
  <p:cmAuthor id="348" name="未知的使用者1" initials="" lastIdx="0" clrIdx="347"/>
  <p:cmAuthor id="349" name="116304" initials="" lastIdx="0" clrIdx="348"/>
  <p:cmAuthor id="350" name="未知用户31" initials="未" lastIdx="0" clrIdx="349"/>
  <p:cmAuthor id="351" name="R affer" initials="" lastIdx="0" clrIdx="350"/>
  <p:cmAuthor id="352" name="qihua-DCMS" initials="" lastIdx="0" clrIdx="351"/>
  <p:cmAuthor id="353" name="未知用户55" initials="" lastIdx="0" clrIdx="352"/>
  <p:cmAuthor id="354" name="沈霄雷" initials="沈" lastIdx="0" clrIdx="353"/>
  <p:cmAuthor id="355" name="未知的使用者95" initials="" lastIdx="0" clrIdx="354"/>
  <p:cmAuthor id="356" name="SF" initials="S" lastIdx="0" clrIdx="355"/>
  <p:cmAuthor id="357" name="未知的使用者168" initials="未" lastIdx="0" clrIdx="356"/>
  <p:cmAuthor id="358" name="sammi" initials="s" lastIdx="0" clrIdx="357"/>
  <p:cmAuthor id="359" name="未知的使用者32" initials="" lastIdx="0" clrIdx="358"/>
  <p:cmAuthor id="360" name="zhangmh@httz.cc" initials="z" lastIdx="0" clrIdx="359"/>
  <p:cmAuthor id="361" name="未知的使用者49" initials="" lastIdx="0" clrIdx="360"/>
  <p:cmAuthor id="362" name="wang" initials="wang" lastIdx="0" clrIdx="361"/>
  <p:cmAuthor id="363" name="Unknown User26" initials="U" lastIdx="0" clrIdx="362"/>
  <p:cmAuthor id="364" name="韩剑侠" initials="P" lastIdx="0" clrIdx="363"/>
  <p:cmAuthor id="365" name="yuexuejun" initials="" lastIdx="0" clrIdx="364"/>
  <p:cmAuthor id="366" name="孙 笑庆" initials="孙" lastIdx="0" clrIdx="365"/>
  <p:cmAuthor id="367" name="未知的使用者71" initials="" lastIdx="0" clrIdx="366"/>
  <p:cmAuthor id="368" name="yang.yuan" initials="y" lastIdx="0" clrIdx="367"/>
  <p:cmAuthor id="369" name="未知的使用者105" initials="" lastIdx="0" clrIdx="368"/>
  <p:cmAuthor id="370" name="王娟" initials="1" lastIdx="0" clrIdx="369"/>
  <p:cmAuthor id="371" name="Unknown User70" initials="" lastIdx="0" clrIdx="370"/>
  <p:cmAuthor id="372" name="clinchen" initials="" lastIdx="0" clrIdx="371"/>
  <p:cmAuthor id="373" name="未知用户23" initials="" lastIdx="0" clrIdx="372"/>
  <p:cmAuthor id="374" name="hanjuncompany" initials="" lastIdx="0" clrIdx="373"/>
  <p:cmAuthor id="375" name="kathy chen" initials="" lastIdx="0" clrIdx="374"/>
  <p:cmAuthor id="376" name="未知的使用者63" initials="" lastIdx="0" clrIdx="375"/>
  <p:cmAuthor id="377" name="未知的使用者64" initials="" lastIdx="0" clrIdx="376"/>
  <p:cmAuthor id="378" name="未知的使用者47" initials="" lastIdx="0" clrIdx="377"/>
  <p:cmAuthor id="379" name="未知的使用者60" initials="" lastIdx="0" clrIdx="378"/>
  <p:cmAuthor id="380" name="未知的使用者59" initials="" lastIdx="0" clrIdx="379"/>
  <p:cmAuthor id="381" name="未知的使用者54" initials="" lastIdx="0" clrIdx="380"/>
  <p:cmAuthor id="382" name="未知的使用者66" initials="" lastIdx="0" clrIdx="381"/>
  <p:cmAuthor id="383" name="仇怿俊" initials="仇" lastIdx="0" clrIdx="382"/>
  <p:cmAuthor id="384" name="未知的使用者65" initials="" lastIdx="0" clrIdx="383"/>
  <p:cmAuthor id="385" name="mei shuo" initials="mei shuo" lastIdx="0" clrIdx="384"/>
  <p:cmAuthor id="386" name="未知的使用者106" initials="" lastIdx="0" clrIdx="385"/>
  <p:cmAuthor id="387" name="dengwanting" initials="d" lastIdx="0" clrIdx="386"/>
  <p:cmAuthor id="388" name="未知的使用者107" initials="" lastIdx="0" clrIdx="387"/>
  <p:cmAuthor id="389" name="mouse zz" initials="mz" lastIdx="0" clrIdx="388"/>
  <p:cmAuthor id="390" name="未知的使用者108" initials="" lastIdx="0" clrIdx="389"/>
  <p:cmAuthor id="391" name="goulei" initials="g" lastIdx="0" clrIdx="390"/>
  <p:cmAuthor id="392" name="未知的使用者86" initials="" lastIdx="0" clrIdx="391"/>
  <p:cmAuthor id="393" name="未知的使用者116" initials="" lastIdx="0" clrIdx="392"/>
  <p:cmAuthor id="394" name="未知的使用者44" initials="" lastIdx="0" clrIdx="393"/>
  <p:cmAuthor id="395" name="未知的使用者37" initials="" lastIdx="0" clrIdx="394"/>
  <p:cmAuthor id="396" name="未知的使用者126" initials="" lastIdx="0" clrIdx="395"/>
  <p:cmAuthor id="397" name="未知的使用者127" initials="" lastIdx="0" clrIdx="396"/>
  <p:cmAuthor id="398" name="未知的使用者128" initials="" lastIdx="0" clrIdx="397"/>
  <p:cmAuthor id="399" name="未知的使用者124" initials="" lastIdx="0" clrIdx="398"/>
  <p:cmAuthor id="400" name="未知的使用者125" initials="" lastIdx="0" clrIdx="399"/>
  <p:cmAuthor id="401" name="Sara Chen" initials="" lastIdx="0" clrIdx="400"/>
  <p:cmAuthor id="402" name="huang gerrard" initials="" lastIdx="0" clrIdx="401"/>
  <p:cmAuthor id="403" name="未知用户170" initials="" lastIdx="0" clrIdx="402"/>
  <p:cmAuthor id="404" name="未知用户171" initials="" lastIdx="0" clrIdx="403"/>
  <p:cmAuthor id="405" name="未知用户172" initials="" lastIdx="0" clrIdx="404"/>
  <p:cmAuthor id="406" name="未知用户173" initials="" lastIdx="0" clrIdx="405"/>
  <p:cmAuthor id="407" name="未知用户149" initials="" lastIdx="0" clrIdx="406"/>
  <p:cmAuthor id="408" name="未知用户150" initials="" lastIdx="0" clrIdx="407"/>
  <p:cmAuthor id="409" name="未知用户151" initials="" lastIdx="0" clrIdx="408"/>
  <p:cmAuthor id="410" name="未知用户152" initials="" lastIdx="0" clrIdx="409"/>
  <p:cmAuthor id="411" name="未知用户153" initials="" lastIdx="0" clrIdx="410"/>
  <p:cmAuthor id="412" name="未知用户154" initials="" lastIdx="0" clrIdx="411"/>
  <p:cmAuthor id="413" name="未知用户155" initials="" lastIdx="0" clrIdx="412"/>
  <p:cmAuthor id="414" name="未知用户41" initials="" lastIdx="0" clrIdx="413"/>
  <p:cmAuthor id="415" name="未知用户44" initials="" lastIdx="0" clrIdx="414"/>
  <p:cmAuthor id="416" name="未知用户45" initials="" lastIdx="0" clrIdx="415"/>
  <p:cmAuthor id="417" name="未知用户156" initials="" lastIdx="0" clrIdx="416"/>
  <p:cmAuthor id="418" name="未知用户64" initials="" lastIdx="0" clrIdx="417"/>
  <p:cmAuthor id="419" name="未知用户65" initials="" lastIdx="0" clrIdx="418"/>
  <p:cmAuthor id="420" name="未知用户68" initials="" lastIdx="0" clrIdx="419"/>
  <p:cmAuthor id="421" name="未知用户69" initials="" lastIdx="0" clrIdx="420"/>
  <p:cmAuthor id="422" name="未知用户70" initials="" lastIdx="0" clrIdx="421"/>
  <p:cmAuthor id="423" name="施普希（菜菜）" initials="施" lastIdx="0" clrIdx="422"/>
  <p:cmAuthor id="424" name="未知用户71" initials="" lastIdx="0" clrIdx="423"/>
  <p:cmAuthor id="425" name="yu 1" initials="y1" lastIdx="0" clrIdx="424"/>
  <p:cmAuthor id="426" name="未知用户72" initials="" lastIdx="0" clrIdx="425"/>
  <p:cmAuthor id="427" name="李 嘉" initials="李" lastIdx="0" clrIdx="426"/>
  <p:cmAuthor id="428" name="未知用户73" initials="" lastIdx="0" clrIdx="427"/>
  <p:cmAuthor id="429" name="gus9@chinaunicom.cn" initials="g" lastIdx="0" clrIdx="428"/>
  <p:cmAuthor id="430" name="未知用户49" initials="" lastIdx="0" clrIdx="429"/>
  <p:cmAuthor id="431" name="未知用户50" initials="" lastIdx="0" clrIdx="430"/>
  <p:cmAuthor id="432" name="未知用户52" initials="" lastIdx="0" clrIdx="431"/>
  <p:cmAuthor id="433" name="MA15" initials="" lastIdx="0" clrIdx="432"/>
  <p:cmAuthor id="434" name="未知用户53" initials="" lastIdx="0" clrIdx="433"/>
  <p:cmAuthor id="435" name="未知用户96" initials="" lastIdx="0" clrIdx="434"/>
  <p:cmAuthor id="436" name="未知用户48" initials="" lastIdx="0" clrIdx="435"/>
  <p:cmAuthor id="437" name="冀思伟" initials="冀" lastIdx="0" clrIdx="436"/>
  <p:cmAuthor id="438" name="未知用户97" initials="" lastIdx="0" clrIdx="437"/>
  <p:cmAuthor id="439" name="未知用户40" initials="" lastIdx="0" clrIdx="438"/>
  <p:cmAuthor id="440" name="未知用户43" initials="" lastIdx="0" clrIdx="439"/>
  <p:cmAuthor id="441" name="未知用户100" initials="" lastIdx="0" clrIdx="440"/>
  <p:cmAuthor id="442" name="未知用户101" initials="" lastIdx="0" clrIdx="441"/>
  <p:cmAuthor id="443" name="未知用户26" initials="" lastIdx="0" clrIdx="442"/>
  <p:cmAuthor id="444" name="未知用户29" initials="" lastIdx="0" clrIdx="443"/>
  <p:cmAuthor id="445" name="未知用户32" initials="" lastIdx="0" clrIdx="444"/>
  <p:cmAuthor id="446" name="未知用户33" initials="" lastIdx="0" clrIdx="445"/>
  <p:cmAuthor id="447" name="未知用户34" initials="" lastIdx="0" clrIdx="446"/>
  <p:cmAuthor id="448" name="未知用户42" initials="" lastIdx="0" clrIdx="447"/>
  <p:cmAuthor id="449" name="未知的使用者109" initials="" lastIdx="0" clrIdx="448"/>
  <p:cmAuthor id="450" name="未知的使用者122" initials="" lastIdx="0" clrIdx="449"/>
  <p:cmAuthor id="451" name="未知的使用者123" initials="" lastIdx="0" clrIdx="450"/>
  <p:cmAuthor id="452" name="未知用户93" initials="" lastIdx="0" clrIdx="451"/>
  <p:cmAuthor id="453" name="未知用户90" initials="" lastIdx="0" clrIdx="452"/>
  <p:cmAuthor id="454" name="未知用户91" initials="" lastIdx="0" clrIdx="453"/>
  <p:cmAuthor id="455" name="未知用户92" initials="" lastIdx="0" clrIdx="454"/>
  <p:cmAuthor id="456" name="未知用户74" initials="" lastIdx="0" clrIdx="455"/>
  <p:cmAuthor id="457" name="未知用户75" initials="" lastIdx="0" clrIdx="456"/>
  <p:cmAuthor id="458" name="未知用户76" initials="" lastIdx="0" clrIdx="457"/>
  <p:cmAuthor id="459" name="未知用户77" initials="" lastIdx="0" clrIdx="458"/>
  <p:cmAuthor id="460" name="未知用户78" initials="" lastIdx="0" clrIdx="459"/>
  <p:cmAuthor id="461" name="未知用户79" initials="" lastIdx="0" clrIdx="460"/>
  <p:cmAuthor id="462" name="未知用户80" initials="" lastIdx="0" clrIdx="461"/>
  <p:cmAuthor id="463" name="Harry xu" initials="" lastIdx="0" clrIdx="462"/>
  <p:cmAuthor id="464" name="未知用户27" initials="未" lastIdx="0" clrIdx="463"/>
  <p:cmAuthor id="465" name="未知用户35" initials="未" lastIdx="0" clrIdx="464"/>
  <p:cmAuthor id="466" name="未知用户111" initials="未" lastIdx="0" clrIdx="465"/>
  <p:cmAuthor id="467" name="HP" initials="H" lastIdx="0" clrIdx="466"/>
  <p:cmAuthor id="468" name="00028714" initials="0" lastIdx="0" clrIdx="467"/>
  <p:cmAuthor id="469" name="User" initials="U" lastIdx="0" clrIdx="468"/>
  <p:cmAuthor id="470" name="刘春杰10244342" initials="刘" lastIdx="0" clrIdx="469"/>
  <p:cmAuthor id="471" name="唐芸" initials="唐" lastIdx="0" clrIdx="470"/>
  <p:cmAuthor id="472" name="陕西省图书馆" initials="陕" lastIdx="0" clrIdx="471"/>
  <p:cmAuthor id="473" name="倪燕子00036324" initials="倪" lastIdx="0" clrIdx="472"/>
  <p:cmAuthor id="474" name="王林10186938" initials="王" lastIdx="0" clrIdx="473"/>
  <p:cmAuthor id="475" name="13910" initials="1" lastIdx="0" clrIdx="474"/>
  <p:cmAuthor id="476" name="WHF" initials="W" lastIdx="0" clrIdx="475"/>
  <p:cmAuthor id="477" name="Liu, Hongqing (NSB - CN/Shanghai)" initials="L" lastIdx="0" clrIdx="476"/>
  <p:cmAuthor id="478" name="luna" initials="l" lastIdx="0" clrIdx="477"/>
  <p:cmAuthor id="479" name="86133" initials="8" lastIdx="0" clrIdx="478"/>
  <p:cmAuthor id="480" name="JZX" initials="J" lastIdx="0" clrIdx="479"/>
  <p:cmAuthor id="481" name="tonyliu" initials="t" lastIdx="0" clrIdx="480"/>
  <p:cmAuthor id="482" name="hwjjjjjjjj" initials="h" lastIdx="0" clrIdx="481"/>
  <p:cmAuthor id="483" name="10005481" initials="1" lastIdx="0" clrIdx="482"/>
  <p:cmAuthor id="484" name="macos" initials="m" lastIdx="0" clrIdx="483"/>
  <p:cmAuthor id="485" name="zhoupeng" initials="z" lastIdx="0" clrIdx="484"/>
  <p:cmAuthor id="486" name="黄晓平" initials="黄" lastIdx="0" clrIdx="485"/>
  <p:cmAuthor id="487" name="Randolph" initials="R" lastIdx="0" clrIdx="486"/>
  <p:cmAuthor id="488" name="韩晓宇00207529" initials="韩晓宇00207529" lastIdx="0" clrIdx="487"/>
  <p:cmAuthor id="489" name="未知用户63" initials="未知用户63" lastIdx="0" clrIdx="488"/>
  <p:cmAuthor id="490" name="任涛10036216" initials="任涛10036216" lastIdx="0" clrIdx="489"/>
  <p:cmAuthor id="491" name="10095622" initials="1" lastIdx="0" clrIdx="490"/>
  <p:cmAuthor id="492" name="晶 王" initials="晶王" lastIdx="0" clrIdx="491"/>
  <p:cmAuthor id="493" name="未知的使用者61" initials="未" lastIdx="0" clrIdx="492"/>
  <p:cmAuthor id="494" name="song manyi" initials="s" lastIdx="0" clrIdx="493"/>
  <p:cmAuthor id="495" name="PC" initials="P" lastIdx="0" clrIdx="494"/>
  <p:cmAuthor id="496" name="zhangxinyao" initials="z" lastIdx="0" clrIdx="495"/>
  <p:cmAuthor id="497" name="10039985" initials="1" lastIdx="0" clrIdx="496"/>
  <p:cmAuthor id="498" name="未知的使用者183" initials="未" lastIdx="0" clrIdx="497"/>
  <p:cmAuthor id="499" name="Hao Yue" initials="HY" lastIdx="0" clrIdx="498"/>
  <p:cmAuthor id="500" name="yezengwei" initials="y" lastIdx="0" clrIdx="499"/>
  <p:cmAuthor id="501" name="未知的使用者161" initials="未" lastIdx="0" clrIdx="500"/>
  <p:cmAuthor id="502" name="乐" initials="乐" lastIdx="0" clrIdx="501"/>
  <p:cmAuthor id="503" name="未知的使用者114" initials="未" lastIdx="0" clrIdx="502"/>
  <p:cmAuthor id="504" name="未知的使用者152" initials="未" lastIdx="0" clrIdx="503"/>
  <p:cmAuthor id="505" name="未知的使用者184" initials="未" lastIdx="0" clrIdx="504"/>
  <p:cmAuthor id="506" name="likeyu" initials="kk" lastIdx="0" clrIdx="505"/>
  <p:cmAuthor id="507" name="duzongpeng7" initials="DuZ7" lastIdx="0" clrIdx="506"/>
  <p:cmAuthor id="508" name="未知的使用者176" initials="未" lastIdx="0" clrIdx="507"/>
  <p:cmAuthor id="509" name="15090" initials="1" lastIdx="0" clrIdx="508"/>
  <p:cmAuthor id="510" name="未知的使用者178" initials="未" lastIdx="0" clrIdx="509"/>
  <p:cmAuthor id="511" name="未知的使用者179" initials="未" lastIdx="0" clrIdx="510"/>
  <p:cmAuthor id="512" name="未知的使用者180" initials="未" lastIdx="0" clrIdx="511"/>
  <p:cmAuthor id="513" name="liuyanxue" initials="l" lastIdx="0" clrIdx="512"/>
  <p:cmAuthor id="514" name="未知的使用者170" initials="未" lastIdx="0" clrIdx="513"/>
  <p:cmAuthor id="515" name="59314" initials="5" lastIdx="0" clrIdx="514"/>
  <p:cmAuthor id="516" name="未知的使用者191" initials="未" lastIdx="0" clrIdx="515"/>
  <p:cmAuthor id="517" name="未知的使用者141" initials="未" lastIdx="0" clrIdx="516"/>
  <p:cmAuthor id="518" name="未知的使用者142" initials="未" lastIdx="0" clrIdx="517"/>
  <p:cmAuthor id="519" name="未知的使用者143" initials="未" lastIdx="0" clrIdx="518"/>
  <p:cmAuthor id="520" name="未知的使用者144" initials="未" lastIdx="0" clrIdx="519"/>
  <p:cmAuthor id="521" name="未知的使用者145" initials="未" lastIdx="0" clrIdx="520"/>
  <p:cmAuthor id="522" name="未知用户165" initials="未知用户165" lastIdx="0" clrIdx="521"/>
  <p:cmAuthor id="523" name="未知的使用者147" initials="未" lastIdx="0" clrIdx="522"/>
  <p:cmAuthor id="524" name="未知用户166" initials="未知用户166" lastIdx="0" clrIdx="523"/>
  <p:cmAuthor id="525" name="未知的使用者149" initials="未" lastIdx="0" clrIdx="524"/>
  <p:cmAuthor id="526" name="未知用户167" initials="未知用户167" lastIdx="0" clrIdx="525"/>
  <p:cmAuthor id="527" name="未知用户168" initials="未知用户168" lastIdx="0" clrIdx="526"/>
  <p:cmAuthor id="528" name="未知用户169" initials="未知用户169" lastIdx="0" clrIdx="527"/>
  <p:cmAuthor id="529" name="未知用户202" initials="未" lastIdx="0" clrIdx="528"/>
  <p:cmAuthor id="530" name="未知的使用者220" initials="未" lastIdx="0" clrIdx="529"/>
  <p:cmAuthor id="531" name="未知用户133" initials="未" lastIdx="0" clrIdx="530"/>
  <p:cmAuthor id="532" name="未知用户134" initials="未" lastIdx="0" clrIdx="531"/>
  <p:cmAuthor id="533" name="未知用户135" initials="未" lastIdx="0" clrIdx="532"/>
  <p:cmAuthor id="534" name="未知用户205" initials="未" lastIdx="0" clrIdx="533"/>
  <p:cmAuthor id="535" name="未知的使用者157" initials="未" lastIdx="0" clrIdx="534"/>
  <p:cmAuthor id="536" name="未知的使用者204" initials="未" lastIdx="0" clrIdx="535"/>
  <p:cmAuthor id="537" name="Yoyo Wu" initials="Y" lastIdx="0" clrIdx="536"/>
  <p:cmAuthor id="538" name="zhangbin" initials="z" lastIdx="0" clrIdx="537"/>
  <p:cmAuthor id="539" name="Arno.Du(杜明星)" initials="A" lastIdx="0" clrIdx="538"/>
  <p:cmAuthor id="540" name="未知用户174" initials="未知用户174" lastIdx="0" clrIdx="539"/>
  <p:cmAuthor id="541" name="未知用户175" initials="未知用户175" lastIdx="0" clrIdx="540"/>
  <p:cmAuthor id="542" name="Unknown User27" initials="U" lastIdx="0" clrIdx="541"/>
  <p:cmAuthor id="543" name="10240440" initials="1" lastIdx="0" clrIdx="542"/>
  <p:cmAuthor id="544" name="Unknown User112" initials="U" lastIdx="0" clrIdx="543"/>
  <p:cmAuthor id="545" name="Unknown User59" initials="U" lastIdx="0" clrIdx="544"/>
  <p:cmAuthor id="546" name="未知用户176" initials="未知用户176" lastIdx="0" clrIdx="545"/>
  <p:cmAuthor id="547" name="未知的使用者249" initials="未" lastIdx="0" clrIdx="546"/>
  <p:cmAuthor id="548" name="未知的使用者250" initials="未" lastIdx="0" clrIdx="547"/>
  <p:cmAuthor id="549" name="未知的使用者251" initials="未" lastIdx="0" clrIdx="548"/>
  <p:cmAuthor id="550" name="未知的使用者246" initials="未" lastIdx="0" clrIdx="549"/>
  <p:cmAuthor id="551" name="未知的使用者224" initials="未" lastIdx="0" clrIdx="550"/>
  <p:cmAuthor id="552" name="未知的使用者252" initials="未" lastIdx="0" clrIdx="551"/>
  <p:cmAuthor id="553" name="未知的使用者253" initials="未" lastIdx="0" clrIdx="552"/>
  <p:cmAuthor id="554" name="李婧宜_YBferYVR" initials="authorId_1217247658" lastIdx="0" clrIdx="553"/>
  <p:cmAuthor id="555" name="未知的使用者254" initials="未" lastIdx="0" clrIdx="554"/>
  <p:cmAuthor id="556" name=" " initials="" lastIdx="0" clrIdx="555"/>
  <p:cmAuthor id="557" name="未知的使用者255" initials="未" lastIdx="0" clrIdx="556"/>
  <p:cmAuthor id="558" name="金宇峰_BfyebuM3" initials="authorId_1008746-10054633" lastIdx="0" clrIdx="557"/>
  <p:cmAuthor id="559" name="未知的使用者226" initials="未" lastIdx="0" clrIdx="558"/>
  <p:cmAuthor id="560" name="梁鹏" initials="u" lastIdx="0" clrIdx="559"/>
  <p:cmAuthor id="561" name="范 斌" initials="范" lastIdx="0" clrIdx="560"/>
  <p:cmAuthor id="562" name="未知用户195" initials="未" lastIdx="0" clrIdx="561"/>
  <p:cmAuthor id="563" name="毕邺" initials="党委办公室" lastIdx="0" clrIdx="562"/>
  <p:cmAuthor id="564" name="raymond luan" initials="r" lastIdx="0" clrIdx="563"/>
  <p:cmAuthor id="565" name="jiaru tiger" initials="jt" lastIdx="0" clrIdx="564"/>
  <p:cmAuthor id="566" name="未知用户208" initials="未" lastIdx="0" clrIdx="565"/>
  <p:cmAuthor id="567" name="未知用户198" initials="未" lastIdx="0" clrIdx="566"/>
  <p:cmAuthor id="568" name="未知用户209" initials="未" lastIdx="0" clrIdx="567"/>
  <p:cmAuthor id="569" name="未知用户36" initials="未" lastIdx="0" clrIdx="568"/>
  <p:cmAuthor id="570" name="Evonlin" initials="E" lastIdx="0" clrIdx="569"/>
  <p:cmAuthor id="571" name="WANGZF" initials="W" lastIdx="0" clrIdx="570"/>
  <p:cmAuthor id="572" name="未知用户94" initials="未" lastIdx="0" clrIdx="571"/>
  <p:cmAuthor id="573" name="未知的使用者188" initials="未" lastIdx="0" clrIdx="572"/>
  <p:cmAuthor id="574" name="未知用户118" initials="未" lastIdx="0" clrIdx="573"/>
  <p:cmAuthor id="575" name="未知用户119" initials="未" lastIdx="0" clrIdx="574"/>
  <p:cmAuthor id="576" name="未知用户120" initials="未" lastIdx="0" clrIdx="575"/>
  <p:cmAuthor id="577" name="未知用户121" initials="未" lastIdx="0" clrIdx="576"/>
  <p:cmAuthor id="578" name="jialuo" initials="j" lastIdx="0" clrIdx="577"/>
  <p:cmAuthor id="579" name="未知用户122" initials="未" lastIdx="0" clrIdx="578"/>
  <p:cmAuthor id="580" name="CMCC-1" initials="Y" lastIdx="0" clrIdx="579"/>
  <p:cmAuthor id="581" name="梅芬 吳" initials="梅" lastIdx="0" clrIdx="580"/>
  <p:cmAuthor id="582" name="仝德志" initials="仝" lastIdx="0" clrIdx="581"/>
  <p:cmAuthor id="583" name="未知用户112" initials="未" lastIdx="0" clrIdx="582"/>
  <p:cmAuthor id="584" name="未知的使用者134" initials="未" lastIdx="0" clrIdx="583"/>
  <p:cmAuthor id="585" name="未知用户162" initials="未" lastIdx="0" clrIdx="584"/>
  <p:cmAuthor id="586" name="未知的使用者139" initials="未" lastIdx="0" clrIdx="585"/>
  <p:cmAuthor id="587" name="針對所選的門市進行小範圍實驗，捕捉驅動績效的關鍵影響因子" initials="針" lastIdx="0" clrIdx="586"/>
  <p:cmAuthor id="588" name="王丽君" initials="王" lastIdx="0" clrIdx="587"/>
  <p:cmAuthor id="589" name="Xia Ting" initials="X" lastIdx="0" clrIdx="588"/>
  <p:cmAuthor id="590" name="未知的使用者153" initials="未" lastIdx="0" clrIdx="589"/>
  <p:cmAuthor id="591" name="未知的使用者154" initials="未" lastIdx="0" clrIdx="590"/>
  <p:cmAuthor id="592" name="未知用户10" initials="未" lastIdx="0" clrIdx="591"/>
  <p:cmAuthor id="593" name="未知用户11" initials="未" lastIdx="0" clrIdx="592"/>
  <p:cmAuthor id="594" name="未知的使用者151" initials="未" lastIdx="0" clrIdx="593"/>
  <p:cmAuthor id="595" name="未知的使用者89" initials="未" lastIdx="0" clrIdx="594"/>
  <p:cmAuthor id="596" name="未知的使用者88" initials="未" lastIdx="0" clrIdx="595"/>
  <p:cmAuthor id="597" name="未知用户89" initials="未" lastIdx="0" clrIdx="596"/>
  <p:cmAuthor id="598" name="庆芳 许" initials="庆" lastIdx="0" clrIdx="597"/>
  <p:cmAuthor id="599" name="jerrychou" initials="j" lastIdx="0" clrIdx="598"/>
  <p:cmAuthor id="600" name="不明使用者12" initials="不" lastIdx="0" clrIdx="599"/>
  <p:cmAuthor id="601" name="不明使用者1" initials="不" lastIdx="0" clrIdx="600"/>
  <p:cmAuthor id="602" name="不明使用者2" initials="不" lastIdx="0" clrIdx="601"/>
  <p:cmAuthor id="603" name="不明使用者3" initials="不" lastIdx="0" clrIdx="602"/>
  <p:cmAuthor id="604" name="不明使用者4" initials="不" lastIdx="0" clrIdx="603"/>
  <p:cmAuthor id="605" name="不明使用者6" initials="不" lastIdx="0" clrIdx="604"/>
  <p:cmAuthor id="606" name="不明使用者5" initials="不" lastIdx="0" clrIdx="605"/>
  <p:cmAuthor id="607" name="不明使用者7" initials="不" lastIdx="0" clrIdx="606"/>
  <p:cmAuthor id="608" name="不明使用者8" initials="不" lastIdx="0" clrIdx="607"/>
  <p:cmAuthor id="609" name="不明使用者9" initials="不" lastIdx="0" clrIdx="608"/>
  <p:cmAuthor id="610" name="群智集" initials="群" lastIdx="0" clrIdx="609"/>
  <p:cmAuthor id="611" name="不明使用者10" initials="不" lastIdx="0" clrIdx="610"/>
  <p:cmAuthor id="612" name="郏 鹏" initials="郏" lastIdx="0" clrIdx="611"/>
  <p:cmAuthor id="613" name="不明使用者11" initials="不" lastIdx="0" clrIdx="612"/>
  <p:cmAuthor id="614" name="宋玉坤" initials="W用" lastIdx="0" clrIdx="613"/>
  <p:cmAuthor id="615" name="未知的使用者227" initials="未" lastIdx="0" clrIdx="614"/>
  <p:cmAuthor id="616" name="lenovo" initials="l" lastIdx="0" clrIdx="615"/>
  <p:cmAuthor id="617" name="未知的使用者270" initials="未" lastIdx="0" clrIdx="616"/>
  <p:cmAuthor id="618" name="刘海娜|liuhaina" initials="W用" lastIdx="0" clrIdx="617"/>
  <p:cmAuthor id="619" name="未知的使用者228" initials="未" lastIdx="0" clrIdx="618"/>
  <p:cmAuthor id="620" name="goforever814" initials="g" lastIdx="0" clrIdx="619"/>
  <p:cmAuthor id="621" name="未知的使用者229" initials="未" lastIdx="0" clrIdx="620"/>
  <p:cmAuthor id="622" name="未知的使用者230" initials="未" lastIdx="0" clrIdx="621"/>
  <p:cmAuthor id="623" name="未知的使用者231" initials="未" lastIdx="0" clrIdx="622"/>
  <p:cmAuthor id="624" name="未知的使用者256" initials="未" lastIdx="0" clrIdx="623"/>
  <p:cmAuthor id="625" name="未知的使用者233" initials="未" lastIdx="0" clrIdx="624"/>
  <p:cmAuthor id="626" name="未知的使用者234" initials="未" lastIdx="0" clrIdx="625"/>
  <p:cmAuthor id="627" name="未知的使用者235" initials="未" lastIdx="0" clrIdx="626"/>
  <p:cmAuthor id="628" name="未知的使用者236" initials="未" lastIdx="0" clrIdx="627"/>
  <p:cmAuthor id="629" name="未知的使用者257" initials="未" lastIdx="0" clrIdx="628"/>
  <p:cmAuthor id="630" name="未知的使用者237" initials="未" lastIdx="0" clrIdx="629"/>
  <p:cmAuthor id="631" name="未知的使用者238" initials="未" lastIdx="0" clrIdx="630"/>
  <p:cmAuthor id="632" name="未知的使用者239" initials="未" lastIdx="0" clrIdx="631"/>
  <p:cmAuthor id="633" name="未知的使用者240" initials="未" lastIdx="0" clrIdx="632"/>
  <p:cmAuthor id="634" name="未知的使用者241" initials="未" lastIdx="0" clrIdx="633"/>
  <p:cmAuthor id="635" name="未知的使用者242" initials="未" lastIdx="0" clrIdx="634"/>
  <p:cmAuthor id="636" name="未知的使用者243" initials="未" lastIdx="0" clrIdx="635"/>
  <p:cmAuthor id="637" name="未知的使用者258" initials="未" lastIdx="0" clrIdx="636"/>
  <p:cmAuthor id="638" name="未知的使用者259" initials="未" lastIdx="0" clrIdx="637"/>
  <p:cmAuthor id="639" name="未知的使用者260" initials="未" lastIdx="0" clrIdx="638"/>
  <p:cmAuthor id="640" name="未知的使用者261" initials="未" lastIdx="0" clrIdx="639"/>
  <p:cmAuthor id="641" name="未知的使用者262" initials="未" lastIdx="0" clrIdx="640"/>
  <p:cmAuthor id="642" name="未知的使用者263" initials="未" lastIdx="0" clrIdx="641"/>
  <p:cmAuthor id="643" name="未知的使用者264" initials="未" lastIdx="0" clrIdx="642"/>
  <p:cmAuthor id="644" name="未知的使用者265" initials="未" lastIdx="0" clrIdx="643"/>
  <p:cmAuthor id="645" name="未知的使用者266" initials="未" lastIdx="0" clrIdx="644"/>
  <p:cmAuthor id="646" name="未知的使用者267" initials="未" lastIdx="0" clrIdx="645"/>
  <p:cmAuthor id="647" name="未知的使用者268" initials="未" lastIdx="0" clrIdx="646"/>
  <p:cmAuthor id="648" name="未知的使用者269" initials="未" lastIdx="0" clrIdx="647"/>
  <p:cmAuthor id="649" name="lillian" initials="l" lastIdx="0" clrIdx="648"/>
  <p:cmAuthor id="650" name="未知用户197" initials="未" lastIdx="0" clrIdx="649"/>
  <p:cmAuthor id="651" name="未知的使用者217" initials="未" lastIdx="0" clrIdx="650"/>
  <p:cmAuthor id="652" name="未知的使用者218" initials="未" lastIdx="0" clrIdx="651"/>
  <p:cmAuthor id="653" name="未知的使用者219" initials="未" lastIdx="0" clrIdx="652"/>
  <p:cmAuthor id="654" name="未知的使用者156" initials="未" lastIdx="0" clrIdx="653"/>
  <p:cmAuthor id="655" name="未知的使用者129" initials="未" lastIdx="0" clrIdx="654"/>
  <p:cmAuthor id="656" name="未知的使用者130" initials="未" lastIdx="0" clrIdx="655"/>
  <p:cmAuthor id="657" name="未知的使用者131" initials="未" lastIdx="0" clrIdx="656"/>
  <p:cmAuthor id="658" name="未知的使用者132" initials="未" lastIdx="0" clrIdx="657"/>
  <p:cmAuthor id="659" name="未知的使用者164" initials="未" lastIdx="0" clrIdx="658"/>
  <p:cmAuthor id="660" name="未知的使用者172" initials="未" lastIdx="0" clrIdx="659"/>
  <p:cmAuthor id="661" name="未知的使用者174" initials="未" lastIdx="0" clrIdx="660"/>
  <p:cmAuthor id="662" name="未知的使用者247" initials="未" lastIdx="0" clrIdx="661"/>
  <p:cmAuthor id="663" name="未知用户160" initials="未" lastIdx="0" clrIdx="662"/>
  <p:cmAuthor id="664" name="王 金谦" initials="王" lastIdx="0" clrIdx="663"/>
  <p:cmAuthor id="665" name="未知用户246" initials="未" lastIdx="0" clrIdx="664"/>
  <p:cmAuthor id="666" name="未知用户189" initials="未" lastIdx="0" clrIdx="665"/>
  <p:cmAuthor id="667" name="alexw" initials="a" lastIdx="0" clrIdx="666"/>
  <p:cmAuthor id="668" name="未知用户268" initials="未" lastIdx="0" clrIdx="667"/>
  <p:cmAuthor id="669" name="未知用户269" initials="未" lastIdx="0" clrIdx="668"/>
  <p:cmAuthor id="670" name="Microsoft Office 用户" initials="M" lastIdx="0" clrIdx="669"/>
  <p:cmAuthor id="671" name="未知用户250" initials="未" lastIdx="0" clrIdx="670"/>
  <p:cmAuthor id="672" name="张婷婷" initials="c" lastIdx="0" clrIdx="671"/>
  <p:cmAuthor id="673" name="cs" initials="x" lastIdx="0" clrIdx="672"/>
  <p:cmAuthor id="674" name="孟令坤" initials="MLK" lastIdx="0" clrIdx="673"/>
  <p:cmAuthor id="675" name="张久仙" initials="zjx" lastIdx="0" clrIdx="674"/>
  <p:cmAuthor id="676" name="hmwang" initials="dsc" lastIdx="0" clrIdx="675"/>
  <p:cmAuthor id="677" name="未知的使用者216" initials="未" lastIdx="0" clrIdx="676"/>
  <p:cmAuthor id="678" name="user" initials="u" lastIdx="0" clrIdx="677"/>
  <p:cmAuthor id="679" name="未知的使用者137" initials="未" lastIdx="0" clrIdx="678"/>
  <p:cmAuthor id="680" name="heweia@digiwin.com" initials="h" lastIdx="0" clrIdx="679"/>
  <p:cmAuthor id="681" name="MM" initials="M" lastIdx="0" clrIdx="680"/>
  <p:cmAuthor id="682" name="dell" initials="d" lastIdx="0" clrIdx="681"/>
  <p:cmAuthor id="683" name="未知用户220" initials="未" lastIdx="0" clrIdx="682"/>
  <p:cmAuthor id="684" name="super" initials="s" lastIdx="0" clrIdx="683"/>
  <p:cmAuthor id="685" name="zhuzy" initials="z" lastIdx="0" clrIdx="684"/>
  <p:cmAuthor id="686" name="方婷婷" initials="方" lastIdx="0" clrIdx="685"/>
  <p:cmAuthor id="687" name="未知用户280" initials="未" lastIdx="0" clrIdx="686"/>
  <p:cmAuthor id="688" name="未知用户313" initials="未" lastIdx="0" clrIdx="687"/>
  <p:cmAuthor id="689" name="刘晖" initials="刘" lastIdx="0" clrIdx="688"/>
  <p:cmAuthor id="690" name="未知用户190" initials="未" lastIdx="0" clrIdx="689"/>
  <p:cmAuthor id="691" name="未知用户25" initials="未" lastIdx="0" clrIdx="690"/>
  <p:cmAuthor id="692" name="未知用户20" initials="未" lastIdx="0" clrIdx="691"/>
  <p:cmAuthor id="693" name="未知用户180" initials="未" lastIdx="0" clrIdx="692"/>
  <p:cmAuthor id="694" name="不明使用者54" initials="不" lastIdx="0" clrIdx="693"/>
  <p:cmAuthor id="695" name="未知用户188" initials="未" lastIdx="0" clrIdx="694"/>
  <p:cmAuthor id="696" name="順天" initials="順" lastIdx="0" clrIdx="695"/>
  <p:cmAuthor id="697" name="未知用户320" initials="未" lastIdx="0" clrIdx="696"/>
  <p:cmAuthor id="698" name="FanJQ" initials="F" lastIdx="0" clrIdx="697"/>
  <p:cmAuthor id="699" name="未知用户211" initials="未" lastIdx="0" clrIdx="698"/>
  <p:cmAuthor id="700" name="未知用户212" initials="未" lastIdx="0" clrIdx="699"/>
  <p:cmAuthor id="701" name="未知用户293" initials="未" lastIdx="0" clrIdx="700"/>
  <p:cmAuthor id="702" name="未知用户201" initials="未" lastIdx="0" clrIdx="701"/>
  <p:cmAuthor id="703" name="未知用户161" initials="未" lastIdx="0" clrIdx="702"/>
  <p:cmAuthor id="704" name="nancy" initials="n" lastIdx="0" clrIdx="703"/>
  <p:cmAuthor id="705" name="ll z" initials="l" lastIdx="0" clrIdx="704"/>
  <p:cmAuthor id="706" name="未知用户191" initials="未" lastIdx="0" clrIdx="705"/>
  <p:cmAuthor id="707" name="guanhh" initials="g" lastIdx="0" clrIdx="706"/>
  <p:cmAuthor id="708" name="未知用户192" initials="未" lastIdx="0" clrIdx="707"/>
  <p:cmAuthor id="709" name="未知用户203" initials="未" lastIdx="0" clrIdx="708"/>
  <p:cmAuthor id="710" name="未知用户177" initials="未" lastIdx="0" clrIdx="709"/>
  <p:cmAuthor id="711" name="未知用户184" initials="未" lastIdx="0" clrIdx="710"/>
  <p:cmAuthor id="712" name="未知用户179" initials="未" lastIdx="0" clrIdx="711"/>
  <p:cmAuthor id="713" name="未知用户185" initials="未" lastIdx="0" clrIdx="712"/>
  <p:cmAuthor id="714" name="未知用户181" initials="未" lastIdx="0" clrIdx="713"/>
  <p:cmAuthor id="715" name="ye gusong" initials="y" lastIdx="0" clrIdx="714"/>
  <p:cmAuthor id="716" name="wei muzi" initials="w" lastIdx="0" clrIdx="715"/>
  <p:cmAuthor id="717" name="孙" initials="孙" lastIdx="0" clrIdx="716"/>
  <p:cmAuthor id="718" name="未知用户187" initials="未" lastIdx="0" clrIdx="717"/>
  <p:cmAuthor id="719" name="Microsoft Office User" initials="M" lastIdx="0" clrIdx="718"/>
  <p:cmAuthor id="720" name="catherine" initials="c" lastIdx="0" clrIdx="719"/>
  <p:cmAuthor id="721" name="未知用户287" initials="未" lastIdx="0" clrIdx="720"/>
  <p:cmAuthor id="722" name="未知用户288" initials="未" lastIdx="0" clrIdx="721"/>
  <p:cmAuthor id="723" name="未知用户289" initials="未" lastIdx="0" clrIdx="722"/>
  <p:cmAuthor id="724" name="未知用户290" initials="未" lastIdx="0" clrIdx="723"/>
  <p:cmAuthor id="725" name="未知用户291" initials="未" lastIdx="0" clrIdx="724"/>
  <p:cmAuthor id="726" name="yudi lin" initials="y" lastIdx="0" clrIdx="725"/>
  <p:cmAuthor id="727" name="未知用户295" initials="未" lastIdx="0" clrIdx="726"/>
  <p:cmAuthor id="728" name="liuzga" initials="l" lastIdx="0" clrIdx="727"/>
  <p:cmAuthor id="729" name="49554261@qq.com" initials="4" lastIdx="0" clrIdx="728"/>
  <p:cmAuthor id="730" name="未知的使用者202" initials="未" lastIdx="0" clrIdx="729"/>
  <p:cmAuthor id="731" name="未知用户215" initials="未" lastIdx="0" clrIdx="730"/>
  <p:cmAuthor id="732" name="未知用户216" initials="未" lastIdx="0" clrIdx="731"/>
  <p:cmAuthor id="733" name="未知的使用者196" initials="未" lastIdx="0" clrIdx="732"/>
  <p:cmAuthor id="734" name="未知用户243" initials="未" lastIdx="0" clrIdx="733"/>
  <p:cmAuthor id="735" name="未知用户282" initials="未" lastIdx="0" clrIdx="734"/>
  <p:cmAuthor id="736" name="未知用户283" initials="未" lastIdx="0" clrIdx="735"/>
  <p:cmAuthor id="737" name="未知用户213" initials="未" lastIdx="0" clrIdx="736"/>
  <p:cmAuthor id="738" name="未知用户279" initials="未" lastIdx="0" clrIdx="737"/>
  <p:cmAuthor id="739" name="未知用户281" initials="未" lastIdx="0" clrIdx="738"/>
  <p:cmAuthor id="740" name="未知用户284" initials="未" lastIdx="0" clrIdx="739"/>
  <p:cmAuthor id="741" name="Ying Lou" initials="Y" lastIdx="0" clrIdx="740"/>
  <p:cmAuthor id="742" name="未知用户252" initials="未" lastIdx="0" clrIdx="741"/>
  <p:cmAuthor id="743" name="刘佳佳" initials="刘" lastIdx="0" clrIdx="742"/>
  <p:cmAuthor id="744" name="未知用户233" initials="未" lastIdx="0" clrIdx="743"/>
  <p:cmAuthor id="745" name="未知用户234" initials="未" lastIdx="0" clrIdx="744"/>
  <p:cmAuthor id="746" name="未知用户235" initials="未" lastIdx="0" clrIdx="745"/>
  <p:cmAuthor id="747" name="未知用户236" initials="未" lastIdx="0" clrIdx="746"/>
  <p:cmAuthor id="748" name="未知用户237" initials="未" lastIdx="0" clrIdx="747"/>
  <p:cmAuthor id="749" name="未知用户240" initials="未" lastIdx="0" clrIdx="748"/>
  <p:cmAuthor id="750" name="曾蓓/贝贝" initials="曾" lastIdx="0" clrIdx="749"/>
  <p:cmAuthor id="751" name="未知用户221" initials="未" lastIdx="0" clrIdx="750"/>
  <p:cmAuthor id="752" name="王 辰斌" initials="王" lastIdx="0" clrIdx="751"/>
  <p:cmAuthor id="753" name="未知用户263" initials="未" lastIdx="0" clrIdx="752"/>
  <p:cmAuthor id="754" name="Carol Kelly" initials="C" lastIdx="0" clrIdx="753"/>
  <p:cmAuthor id="755" name="未知的使用者205" initials="未" lastIdx="0" clrIdx="754"/>
  <p:cmAuthor id="756" name="未知的使用者200" initials="未" lastIdx="0" clrIdx="755"/>
  <p:cmAuthor id="757" name="Unknown User58" initials="U" lastIdx="0" clrIdx="756"/>
  <p:cmAuthor id="758" name="Unknown User55" initials="U" lastIdx="0" clrIdx="757"/>
  <p:cmAuthor id="759" name="未知的使用者195" initials="未" lastIdx="0" clrIdx="758"/>
  <p:cmAuthor id="760" name="Huipeng Cao" initials="H" lastIdx="0" clrIdx="759"/>
  <p:cmAuthor id="761" name="李 雷雨" initials="李" lastIdx="0" clrIdx="760"/>
  <p:cmAuthor id="762" name="91257" initials="9" lastIdx="0" clrIdx="761"/>
  <p:cmAuthor id="763" name="未知用户228" initials="未" lastIdx="0" clrIdx="762"/>
  <p:cmAuthor id="764" name="vicky" initials="v" lastIdx="0" clrIdx="763"/>
  <p:cmAuthor id="765" name="Carol Wu" initials="C" lastIdx="0" clrIdx="764"/>
  <p:cmAuthor id="766" name="刘浩" initials="刘" lastIdx="0" clrIdx="765"/>
  <p:cmAuthor id="767" name="未知用户340" initials="未" lastIdx="0" clrIdx="766"/>
  <p:cmAuthor id="768" name="Vivian Liu" initials="VL" lastIdx="0" clrIdx="767"/>
  <p:cmAuthor id="769" name="未知用户303" initials="未" lastIdx="0" clrIdx="768"/>
  <p:cmAuthor id="770" name="杨 贺春" initials="杨" lastIdx="0" clrIdx="769"/>
  <p:cmAuthor id="771" name="未知用户304" initials="未" lastIdx="0" clrIdx="770"/>
  <p:cmAuthor id="772" name="伟哥" initials="伟哥" lastIdx="0" clrIdx="771"/>
  <p:cmAuthor id="773" name="谢学斌" initials="谢" lastIdx="0" clrIdx="772"/>
  <p:cmAuthor id="774" name="wlj352" initials="w" lastIdx="0" clrIdx="773"/>
  <p:cmAuthor id="775" name="win7" initials="w" lastIdx="0" clrIdx="774"/>
  <p:cmAuthor id="776" name="敢 王" initials="敢" lastIdx="0" clrIdx="775"/>
  <p:cmAuthor id="777" name="朗 月" initials="朗" lastIdx="0" clrIdx="776"/>
  <p:cmAuthor id="778" name="邓 勇" initials="邓" lastIdx="0" clrIdx="777"/>
  <p:cmAuthor id="779" name="陈城" initials="陈" lastIdx="0" clrIdx="778"/>
  <p:cmAuthor id="780" name="Sharon" initials="S" lastIdx="0" clrIdx="779"/>
  <p:cmAuthor id="781" name="蓝礼健" initials="蓝" lastIdx="0" clrIdx="780"/>
  <p:cmAuthor id="782" name="未知用户311" initials="未" lastIdx="0" clrIdx="781"/>
  <p:cmAuthor id="783" name="未知用户312" initials="未" lastIdx="0" clrIdx="782"/>
  <p:cmAuthor id="784" name="shenbina" initials="s" lastIdx="0" clrIdx="783"/>
  <p:cmAuthor id="785" name="未知用户314" initials="未" lastIdx="0" clrIdx="784"/>
  <p:cmAuthor id="786" name="晓  曲" initials="晓" lastIdx="0" clrIdx="785"/>
  <p:cmAuthor id="787" name="未知用户245" initials="未" lastIdx="0" clrIdx="786"/>
  <p:cmAuthor id="788" name="Kathy" initials="K" lastIdx="0" clrIdx="787"/>
  <p:cmAuthor id="789" name="孟连磊" initials="孟" lastIdx="0" clrIdx="788"/>
  <p:cmAuthor id="790" name="未知用户387" initials="未" lastIdx="0" clrIdx="789"/>
  <p:cmAuthor id="791" name="未知的使用者177" initials="未" lastIdx="0" clrIdx="790"/>
  <p:cmAuthor id="792" name="未知的使用者221" initials="未" lastIdx="0" clrIdx="791"/>
  <p:cmAuthor id="793" name="未知的使用者222" initials="未" lastIdx="0" clrIdx="792"/>
  <p:cmAuthor id="794" name="winner1 chan" initials="wc" lastIdx="0" clrIdx="793"/>
  <p:cmAuthor id="795" name="未知用户332" initials="未" lastIdx="0" clrIdx="794"/>
  <p:cmAuthor id="796" name="未知用户217" initials="未" lastIdx="0" clrIdx="795"/>
  <p:cmAuthor id="797" name="cai yan" initials="cy" lastIdx="0" clrIdx="796"/>
  <p:cmAuthor id="798" name="俊晔 邱" initials="俊" lastIdx="0" clrIdx="797"/>
  <p:cmAuthor id="799" name="annie.gts@outlook.com" initials="a" lastIdx="0" clrIdx="798"/>
  <p:cmAuthor id="800" name="杨 升格" initials="杨" lastIdx="0" clrIdx="799"/>
  <p:cmAuthor id="801" name="Unknown User80" initials="U" lastIdx="0" clrIdx="800"/>
  <p:cmAuthor id="802" name="cy" initials="c" lastIdx="0" clrIdx="801"/>
  <p:cmAuthor id="803" name="未知用户222" initials="未" lastIdx="0" clrIdx="802"/>
  <p:cmAuthor id="804" name="未知用户200" initials="未" lastIdx="0" clrIdx="803"/>
  <p:cmAuthor id="805" name="未知用户272" initials="未" lastIdx="0" clrIdx="804"/>
  <p:cmAuthor id="806" name="lxm" initials="l" lastIdx="0" clrIdx="805"/>
  <p:cmAuthor id="807" name="未知用户231" initials="未" lastIdx="0" clrIdx="806"/>
  <p:cmAuthor id="808" name="yesg" initials="y" lastIdx="0" clrIdx="807"/>
  <p:cmAuthor id="809" name="未知用户421" initials="未" lastIdx="0" clrIdx="808"/>
  <p:cmAuthor id="810" name="陳珮琪" initials="陳珮琪" lastIdx="0" clrIdx="809"/>
  <p:cmAuthor id="811" name="未知用户277" initials="未" lastIdx="0" clrIdx="810"/>
  <p:cmAuthor id="812" name="soling" initials="s" lastIdx="0" clrIdx="811"/>
  <p:cmAuthor id="813" name="李 骁" initials="李" lastIdx="0" clrIdx="812"/>
  <p:cmAuthor id="814" name="Tome" initials="T" lastIdx="0" clrIdx="813"/>
  <p:cmAuthor id="815" name="未知的使用者96" initials="未" lastIdx="0" clrIdx="814"/>
  <p:cmAuthor id="816" name="未知的使用者97" initials="未" lastIdx="0" clrIdx="815"/>
  <p:cmAuthor id="817" name="未知用户301" initials="未" lastIdx="0" clrIdx="816"/>
  <p:cmAuthor id="818" name="未知用户306" initials="未" lastIdx="0" clrIdx="817"/>
  <p:cmAuthor id="819" name="未知用户308" initials="未" lastIdx="0" clrIdx="818"/>
  <p:cmAuthor id="820" name="未知用户309" initials="未" lastIdx="0" clrIdx="819"/>
  <p:cmAuthor id="821" name="未知用户249" initials="未" lastIdx="0" clrIdx="820"/>
  <p:cmAuthor id="822" name="Stacy Chiang" initials="S" lastIdx="0" clrIdx="821"/>
  <p:cmAuthor id="823" name="未知用户315" initials="未" lastIdx="0" clrIdx="822"/>
  <p:cmAuthor id="824" name="未知用户316" initials="未" lastIdx="0" clrIdx="823"/>
  <p:cmAuthor id="825" name="未知用户317" initials="未" lastIdx="0" clrIdx="824"/>
  <p:cmAuthor id="826" name="未知用户318" initials="未" lastIdx="0" clrIdx="825"/>
  <p:cmAuthor id="827" name="未知用户319" initials="未" lastIdx="0" clrIdx="826"/>
  <p:cmAuthor id="828" name="chen hui" initials="c" lastIdx="0" clrIdx="827"/>
  <p:cmAuthor id="829" name="未知用户244" initials="未" lastIdx="0" clrIdx="828"/>
  <p:cmAuthor id="830" name="未知用户322" initials="未" lastIdx="0" clrIdx="829"/>
  <p:cmAuthor id="831" name="未知用户323" initials="未" lastIdx="0" clrIdx="830"/>
  <p:cmAuthor id="832" name="未知用户324" initials="未" lastIdx="0" clrIdx="831"/>
  <p:cmAuthor id="833" name="wangxinhui" initials="w" lastIdx="0" clrIdx="832"/>
  <p:cmAuthor id="834" name="未知用户276" initials="未" lastIdx="0" clrIdx="833"/>
  <p:cmAuthor id="835" name="未知用户363" initials="未" lastIdx="0" clrIdx="834"/>
  <p:cmAuthor id="836" name="未知用户459" initials="未" lastIdx="0" clrIdx="835"/>
  <p:cmAuthor id="837" name="未知用户470" initials="未" lastIdx="0" clrIdx="836"/>
  <p:cmAuthor id="838" name="未知用户325" initials="未" lastIdx="0" clrIdx="837"/>
  <p:cmAuthor id="839" name="未知用户326" initials="未" lastIdx="0" clrIdx="838"/>
  <p:cmAuthor id="840" name="未知用户365" initials="未" lastIdx="0" clrIdx="839"/>
  <p:cmAuthor id="841" name="未知用户460" initials="未" lastIdx="0" clrIdx="840"/>
  <p:cmAuthor id="842" name="未知用户366" initials="未" lastIdx="0" clrIdx="841"/>
  <p:cmAuthor id="843" name="未知用户461" initials="未" lastIdx="0" clrIdx="842"/>
  <p:cmAuthor id="844" name="未知用户367" initials="未" lastIdx="0" clrIdx="843"/>
  <p:cmAuthor id="845" name="未知用户462" initials="未" lastIdx="0" clrIdx="844"/>
  <p:cmAuthor id="846" name="未知用户463" initials="未" lastIdx="0" clrIdx="845"/>
  <p:cmAuthor id="847" name="未知用户368" initials="未" lastIdx="0" clrIdx="846"/>
  <p:cmAuthor id="848" name="未知用户464" initials="未" lastIdx="0" clrIdx="847"/>
  <p:cmAuthor id="849" name="未知用户369" initials="未" lastIdx="0" clrIdx="848"/>
  <p:cmAuthor id="850" name="未知用户465" initials="未" lastIdx="0" clrIdx="849"/>
  <p:cmAuthor id="851" name="未知用户466" initials="未" lastIdx="0" clrIdx="850"/>
  <p:cmAuthor id="852" name="未知用户467" initials="未" lastIdx="0" clrIdx="851"/>
  <p:cmAuthor id="853" name="未知用户468" initials="未" lastIdx="0" clrIdx="852"/>
  <p:cmAuthor id="854" name="未知用户426" initials="未" lastIdx="0" clrIdx="853"/>
  <p:cmAuthor id="855" name="未知用户371" initials="未" lastIdx="0" clrIdx="854"/>
  <p:cmAuthor id="856" name="未知用户372" initials="未" lastIdx="0" clrIdx="855"/>
  <p:cmAuthor id="857" name="未知用户373" initials="未" lastIdx="0" clrIdx="856"/>
  <p:cmAuthor id="858" name="未知用户374" initials="未" lastIdx="0" clrIdx="857"/>
  <p:cmAuthor id="859" name="未知用户469" initials="未" lastIdx="0" clrIdx="858"/>
  <p:cmAuthor id="860" name="未知用户427" initials="未" lastIdx="0" clrIdx="859"/>
  <p:cmAuthor id="861" name="未知用户375" initials="未" lastIdx="0" clrIdx="860"/>
  <p:cmAuthor id="862" name="未知用户376" initials="未" lastIdx="0" clrIdx="861"/>
  <p:cmAuthor id="863" name="未知用户377" initials="未" lastIdx="0" clrIdx="862"/>
  <p:cmAuthor id="864" name="未知用户428" initials="未" lastIdx="0" clrIdx="863"/>
  <p:cmAuthor id="865" name="未知用户378" initials="未" lastIdx="0" clrIdx="864"/>
  <p:cmAuthor id="866" name="未知用户379" initials="未" lastIdx="0" clrIdx="865"/>
  <p:cmAuthor id="867" name="未知用户339" initials="未" lastIdx="0" clrIdx="866"/>
  <p:cmAuthor id="868" name="未知用户380" initials="未" lastIdx="0" clrIdx="867"/>
  <p:cmAuthor id="869" name="未知用户381" initials="未" lastIdx="0" clrIdx="868"/>
  <p:cmAuthor id="870" name="未知用户382" initials="未" lastIdx="0" clrIdx="869"/>
  <p:cmAuthor id="871" name="未知用户383" initials="未" lastIdx="0" clrIdx="870"/>
  <p:cmAuthor id="872" name="未知用户384" initials="未" lastIdx="0" clrIdx="871"/>
  <p:cmAuthor id="873" name="未知用户294" initials="未" lastIdx="0" clrIdx="872"/>
  <p:cmAuthor id="874" name="未知用户385" initials="未" lastIdx="0" clrIdx="873"/>
  <p:cmAuthor id="875" name="未知用户386" initials="未" lastIdx="0" clrIdx="874"/>
  <p:cmAuthor id="876" name="未知用户429" initials="未" lastIdx="0" clrIdx="875"/>
  <p:cmAuthor id="877" name="未知用户348" initials="未" lastIdx="0" clrIdx="876"/>
  <p:cmAuthor id="878" name="未知用户430" initials="未" lastIdx="0" clrIdx="877"/>
  <p:cmAuthor id="879" name="未知用户389" initials="未" lastIdx="0" clrIdx="878"/>
  <p:cmAuthor id="880" name="未知用户350" initials="未" lastIdx="0" clrIdx="879"/>
  <p:cmAuthor id="881" name="未知用户431" initials="未" lastIdx="0" clrIdx="880"/>
  <p:cmAuthor id="882" name="未知用户351" initials="未" lastIdx="0" clrIdx="881"/>
  <p:cmAuthor id="883" name="未知用户432" initials="未" lastIdx="0" clrIdx="882"/>
  <p:cmAuthor id="884" name="未知用户392" initials="未" lastIdx="0" clrIdx="883"/>
  <p:cmAuthor id="885" name="未知用户433" initials="未" lastIdx="0" clrIdx="884"/>
  <p:cmAuthor id="886" name="未知用户434" initials="未" lastIdx="0" clrIdx="885"/>
  <p:cmAuthor id="887" name="未知用户393" initials="未" lastIdx="0" clrIdx="886"/>
  <p:cmAuthor id="888" name="未知用户435" initials="未" lastIdx="0" clrIdx="887"/>
  <p:cmAuthor id="889" name="未知用户356" initials="未" lastIdx="0" clrIdx="888"/>
  <p:cmAuthor id="890" name="未知用户436" initials="未" lastIdx="0" clrIdx="889"/>
  <p:cmAuthor id="891" name="未知用户396" initials="未" lastIdx="0" clrIdx="890"/>
  <p:cmAuthor id="892" name="未知用户437" initials="未" lastIdx="0" clrIdx="891"/>
  <p:cmAuthor id="893" name="未知用户397" initials="未" lastIdx="0" clrIdx="892"/>
  <p:cmAuthor id="894" name="未知用户419" initials="未" lastIdx="0" clrIdx="893"/>
  <p:cmAuthor id="895" name="未知用户399" initials="未" lastIdx="0" clrIdx="894"/>
  <p:cmAuthor id="896" name="小延魔法师" initials="小" lastIdx="0" clrIdx="895"/>
  <p:cmAuthor id="897" name="未知用户438" initials="未" lastIdx="0" clrIdx="896"/>
  <p:cmAuthor id="898" name="朱红新10208100" initials="朱红新10208100" lastIdx="0" clrIdx="897"/>
  <p:cmAuthor id="899" name="未知用户401" initials="未" lastIdx="0" clrIdx="898"/>
  <p:cmAuthor id="900" name="NTKO" initials="H" lastIdx="0" clrIdx="899"/>
  <p:cmAuthor id="901" name="未知用户402" initials="未" lastIdx="0" clrIdx="900"/>
  <p:cmAuthor id="902" name="weihua zhou" initials="wz" lastIdx="0" clrIdx="901"/>
  <p:cmAuthor id="903" name="未知用户403" initials="未" lastIdx="0" clrIdx="902"/>
  <p:cmAuthor id="904" name="超 胡" initials="超" lastIdx="0" clrIdx="903"/>
  <p:cmAuthor id="905" name="未知用户327" initials="未" lastIdx="0" clrIdx="904"/>
  <p:cmAuthor id="906" name="Zhong Zheng" initials="zz" lastIdx="0" clrIdx="905"/>
  <p:cmAuthor id="907" name="未知用户404" initials="未" lastIdx="0" clrIdx="906"/>
  <p:cmAuthor id="908" name="陈云斌10013556" initials="MSOffice" lastIdx="0" clrIdx="907"/>
  <p:cmAuthor id="909" name="未知用户405" initials="未" lastIdx="0" clrIdx="908"/>
  <p:cmAuthor id="910" name="未知用户439" initials="未" lastIdx="0" clrIdx="909"/>
  <p:cmAuthor id="911" name="未知用户406" initials="未" lastIdx="0" clrIdx="910"/>
  <p:cmAuthor id="912" name="未知用户440" initials="未" lastIdx="0" clrIdx="911"/>
  <p:cmAuthor id="913" name="未知用户441" initials="未" lastIdx="0" clrIdx="912"/>
  <p:cmAuthor id="914" name="未知用户442" initials="未" lastIdx="0" clrIdx="913"/>
  <p:cmAuthor id="915" name="未知用户409" initials="未" lastIdx="0" clrIdx="914"/>
  <p:cmAuthor id="916" name="DLJ" initials="D" lastIdx="0" clrIdx="915"/>
  <p:cmAuthor id="917" name="WPS" initials="W" lastIdx="0" clrIdx="916"/>
  <p:cmAuthor id="918" name="范作霖" initials="范" lastIdx="0" clrIdx="917"/>
  <p:cmAuthor id="919" name="刘豹" initials="刘" lastIdx="0" clrIdx="918"/>
  <p:cmAuthor id="920" name="郑汝鸿" initials="郑" lastIdx="0" clrIdx="919"/>
  <p:cmAuthor id="921" name="daphne" initials="d" lastIdx="0" clrIdx="920"/>
  <p:cmAuthor id="922" name="Unknown User8" initials="U" lastIdx="0" clrIdx="921"/>
  <p:cmAuthor id="923" name="徐光宇" initials="徐" lastIdx="0" clrIdx="922"/>
  <p:cmAuthor id="924" name="赵丽丽" initials="赵" lastIdx="0" clrIdx="923"/>
  <p:cmAuthor id="925" name="0045000519" initials="0" lastIdx="0" clrIdx="924"/>
  <p:cmAuthor id="926" name="10339982" initials="1" lastIdx="0" clrIdx="925"/>
  <p:cmAuthor id="927" name="李 少峰" initials="李" lastIdx="0" clrIdx="926"/>
  <p:cmAuthor id="928" name="黄媛媛" initials="黄" lastIdx="0" clrIdx="927"/>
  <p:cmAuthor id="929" name="徐琳00159163" initials="徐" lastIdx="0" clrIdx="928"/>
  <p:cmAuthor id="930" name="zhao jia" initials="zj" lastIdx="0" clrIdx="929"/>
  <p:cmAuthor id="931" name="刘 乾" initials="刘" lastIdx="0" clrIdx="930"/>
  <p:cmAuthor id="932" name="10096551" initials="1" lastIdx="0" clrIdx="931"/>
  <p:cmAuthor id="933" name="渠沛" initials="渠" lastIdx="0" clrIdx="932"/>
  <p:cmAuthor id="934" name="00284818" initials="0" lastIdx="0" clrIdx="933"/>
  <p:cmAuthor id="935" name="qianying Zhao" initials="qZ" lastIdx="0" clrIdx="934"/>
  <p:cmAuthor id="936" name="10011274@zte.intra" initials="1" lastIdx="0" clrIdx="935"/>
  <p:cmAuthor id="937" name="10223621" initials="1" lastIdx="0" clrIdx="936"/>
  <p:cmAuthor id="938" name="00001457" initials="0" lastIdx="0" clrIdx="937"/>
  <p:cmAuthor id="939" name="10327298" initials="1" lastIdx="0" clrIdx="938"/>
  <p:cmAuthor id="940" name="闫丽娟00014464" initials="闫" lastIdx="0" clrIdx="939"/>
  <p:cmAuthor id="941" name="李 东科" initials="李" lastIdx="0" clrIdx="940"/>
  <p:cmAuthor id="942" name="10009350" initials="1" lastIdx="0" clrIdx="941"/>
  <p:cmAuthor id="943" name="10067286" initials="1" lastIdx="0" clrIdx="942"/>
  <p:cmAuthor id="944" name="10143752" initials="1" lastIdx="0" clrIdx="943"/>
  <p:cmAuthor id="945" name="wanglin 10327828" initials="A" lastIdx="0" clrIdx="944"/>
  <p:cmAuthor id="946" name="钟 潇文" initials="钟" lastIdx="0" clrIdx="945"/>
  <p:cmAuthor id="947" name="Wangjian (Frank)" initials="W" lastIdx="0" clrIdx="946"/>
  <p:cmAuthor id="948" name="Think" initials="T" lastIdx="0" clrIdx="947"/>
  <p:cmAuthor id="949" name="橙子" initials="橙" lastIdx="0" clrIdx="948"/>
  <p:cmAuthor id="950" name="10073055" initials="1" lastIdx="0" clrIdx="949"/>
  <p:cmAuthor id="951" name="wenle369@sina.com" initials="w" lastIdx="0" clrIdx="950"/>
  <p:cmAuthor id="952" name="Vincent" initials="VZ" lastIdx="0" clrIdx="951"/>
  <p:cmAuthor id="953" name="未知的使用者146" initials="未" lastIdx="0" clrIdx="952"/>
  <p:cmAuthor id="954" name="过 去" initials="过" lastIdx="0" clrIdx="953"/>
  <p:cmAuthor id="955" name="00334816" initials="0" lastIdx="0" clrIdx="954"/>
  <p:cmAuthor id="956" name="00005049" initials="0" lastIdx="0" clrIdx="955"/>
  <p:cmAuthor id="957" name="10024364" initials="1" lastIdx="0" clrIdx="956"/>
  <p:cmAuthor id="958" name="未知用户130" initials="未" lastIdx="0" clrIdx="957"/>
  <p:cmAuthor id="959" name="未知用户131" initials="未" lastIdx="0" clrIdx="958"/>
  <p:cmAuthor id="960" name="未知用户132" initials="未" lastIdx="0" clrIdx="959"/>
  <p:cmAuthor id="961" name="未知用户123" initials="未" lastIdx="0" clrIdx="960"/>
  <p:cmAuthor id="962" name="10191815" initials="1" lastIdx="0" clrIdx="961"/>
  <p:cmAuthor id="963" name="未知用户136" initials="未" lastIdx="0" clrIdx="962"/>
  <p:cmAuthor id="964" name="10036292" initials="1" lastIdx="0" clrIdx="963"/>
  <p:cmAuthor id="965" name="10208030" initials="1" lastIdx="0" clrIdx="964"/>
  <p:cmAuthor id="966" name="未知用户128" initials="未" lastIdx="0" clrIdx="965"/>
  <p:cmAuthor id="967" name="10090968" initials="1" lastIdx="0" clrIdx="966"/>
  <p:cmAuthor id="968" name="10092253" initials="1" lastIdx="0" clrIdx="967"/>
  <p:cmAuthor id="969" name="10211257" initials="1" lastIdx="0" clrIdx="968"/>
  <p:cmAuthor id="970" name="10238402" initials="1" lastIdx="0" clrIdx="969"/>
  <p:cmAuthor id="971" name="1" initials="1" lastIdx="0" clrIdx="970"/>
  <p:cmAuthor id="972" name="10010178" initials="1" lastIdx="0" clrIdx="971"/>
  <p:cmAuthor id="973" name="00145565" initials="0" lastIdx="0" clrIdx="972"/>
  <p:cmAuthor id="974" name="未知用户138" initials="未" lastIdx="0" clrIdx="973"/>
  <p:cmAuthor id="975" name="Unknown User24" initials="U" lastIdx="0" clrIdx="974"/>
  <p:cmAuthor id="976" name="未知用户142" initials="未" lastIdx="0" clrIdx="975"/>
  <p:cmAuthor id="977" name="10309979" initials="1" lastIdx="0" clrIdx="976"/>
  <p:cmAuthor id="978" name="未知用户145" initials="未" lastIdx="0" clrIdx="977"/>
  <p:cmAuthor id="979" name="10120993" initials="1" lastIdx="0" clrIdx="978"/>
  <p:cmAuthor id="980" name="未知的使用者232" initials="" lastIdx="0" clrIdx="979"/>
  <p:cmAuthor id="981" name="alpha" initials="a" lastIdx="0" clrIdx="980"/>
  <p:cmAuthor id="982" name="Unknown User114" initials="U" lastIdx="0" clrIdx="981"/>
  <p:cmAuthor id="983" name="Unknown User111" initials="U" lastIdx="0" clrIdx="982"/>
  <p:cmAuthor id="984" name="Unknown User22" initials="U" lastIdx="0" clrIdx="983"/>
  <p:cmAuthor id="985" name="Unknown User23" initials="U" lastIdx="0" clrIdx="984"/>
  <p:cmAuthor id="986" name="未知的使用者75" initials="未" lastIdx="0" clrIdx="985"/>
  <p:cmAuthor id="987" name="未知用户54" initials="未" lastIdx="0" clrIdx="986"/>
  <p:cmAuthor id="988" name="未知的使用者206" initials="" lastIdx="0" clrIdx="987"/>
  <p:cmAuthor id="989" name="未知的使用者102" initials="未" lastIdx="0" clrIdx="988"/>
  <p:cmAuthor id="990" name="未知用户163" initials="未" lastIdx="0" clrIdx="989"/>
  <p:cmAuthor id="991" name="未知用户164" initials="未" lastIdx="0" clrIdx="990"/>
  <p:cmAuthor id="992" name="未知的使用者185" initials="未" lastIdx="0" clrIdx="991"/>
  <p:cmAuthor id="993" name="未知的使用者165" initials="未" lastIdx="0" clrIdx="992"/>
  <p:cmAuthor id="994" name="未知的使用者175" initials="未" lastIdx="0" clrIdx="993"/>
  <p:cmAuthor id="995" name="未知的使用者166" initials="未" lastIdx="0" clrIdx="994"/>
  <p:cmAuthor id="996" name="未知的使用者187" initials="未" lastIdx="0" clrIdx="995"/>
  <p:cmAuthor id="997" name="未知的使用者159" initials="未" lastIdx="0" clrIdx="996"/>
  <p:cmAuthor id="998" name="未知的使用者160" initials="未" lastIdx="0" clrIdx="997"/>
  <p:cmAuthor id="999" name="未知的使用者181" initials="未" lastIdx="0" clrIdx="998"/>
  <p:cmAuthor id="1000" name="未知的使用者190" initials="未" lastIdx="0" clrIdx="999"/>
  <p:cmAuthor id="1001" name="徐 正国" initials="徐" lastIdx="0" clrIdx="1000"/>
  <p:cmAuthor id="1002" name="王薇（政企）" initials="王" lastIdx="0" clrIdx="1001"/>
  <p:cmAuthor id="1003" name="�Ÿ�" initials="�" lastIdx="0" clrIdx="1002"/>
  <p:cmAuthor id="1004" name="Charley" initials="C" lastIdx="0" clrIdx="1003"/>
  <p:cmAuthor id="1005" name="lilan" initials="l" lastIdx="0" clrIdx="1004"/>
  <p:cmAuthor id="1006" name="Xue" initials="X" lastIdx="0" clrIdx="1005"/>
  <p:cmAuthor id="1007" name="WXJY" initials="W" lastIdx="0" clrIdx="1006"/>
  <p:cmAuthor id="1008" name="朱应钊" initials="朱" lastIdx="0" clrIdx="1007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5.xml"/><Relationship Id="rId8" Type="http://schemas.openxmlformats.org/officeDocument/2006/relationships/slide" Target="slides/slide4.xml"/><Relationship Id="rId7" Type="http://schemas.openxmlformats.org/officeDocument/2006/relationships/slide" Target="slides/slide3.xml"/><Relationship Id="rId6" Type="http://schemas.openxmlformats.org/officeDocument/2006/relationships/slide" Target="slides/slide2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3" Type="http://schemas.openxmlformats.org/officeDocument/2006/relationships/slideMaster" Target="slideMasters/slideMaster2.xml"/><Relationship Id="rId2" Type="http://schemas.openxmlformats.org/officeDocument/2006/relationships/theme" Target="theme/theme1.xml"/><Relationship Id="rId14" Type="http://schemas.openxmlformats.org/officeDocument/2006/relationships/commentAuthors" Target="commentAuthors.xml"/><Relationship Id="rId13" Type="http://schemas.openxmlformats.org/officeDocument/2006/relationships/tableStyles" Target="tableStyles.xml"/><Relationship Id="rId12" Type="http://schemas.openxmlformats.org/officeDocument/2006/relationships/viewProps" Target="viewProps.xml"/><Relationship Id="rId11" Type="http://schemas.openxmlformats.org/officeDocument/2006/relationships/presProps" Target="presProps.xml"/><Relationship Id="rId10" Type="http://schemas.openxmlformats.org/officeDocument/2006/relationships/slide" Target="slides/slide6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>
          <a:xfrm>
            <a:off x="2925763" y="849313"/>
            <a:ext cx="4076700" cy="2293937"/>
          </a:xfrm>
        </p:spPr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 dirty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>
          <a:xfrm>
            <a:off x="2925763" y="849313"/>
            <a:ext cx="4076700" cy="2293937"/>
          </a:xfrm>
        </p:spPr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 dirty="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>
          <a:xfrm>
            <a:off x="2925763" y="849313"/>
            <a:ext cx="4076700" cy="2293937"/>
          </a:xfrm>
        </p:spPr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 dirty="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>
          <a:xfrm>
            <a:off x="2925763" y="849313"/>
            <a:ext cx="4076700" cy="2293937"/>
          </a:xfrm>
        </p:spPr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 dirty="0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>
          <a:xfrm>
            <a:off x="2925763" y="849313"/>
            <a:ext cx="4076700" cy="2293937"/>
          </a:xfrm>
        </p:spPr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 dirty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4" Type="http://schemas.openxmlformats.org/officeDocument/2006/relationships/image" Target="../media/image3.png"/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.xml.rels><?xml version="1.0" encoding="UTF-8" standalone="yes"?>
<Relationships xmlns="http://schemas.openxmlformats.org/package/2006/relationships"><Relationship Id="rId4" Type="http://schemas.openxmlformats.org/officeDocument/2006/relationships/image" Target="../media/image3.png"/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两栏内容">
    <p:bg>
      <p:bgPr>
        <a:blipFill dpi="0" rotWithShape="1">
          <a:blip r:embed="rId2" cstate="print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 userDrawn="1"/>
        </p:nvSpPr>
        <p:spPr>
          <a:xfrm>
            <a:off x="5253859" y="6356184"/>
            <a:ext cx="1645029" cy="400236"/>
          </a:xfrm>
          <a:prstGeom prst="rect">
            <a:avLst/>
          </a:prstGeom>
          <a:solidFill>
            <a:schemeClr val="bg1"/>
          </a:solidFill>
          <a:ln w="12700" cap="flat">
            <a:noFill/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9529" tIns="49529" rIns="49529" bIns="49529" numCol="1" spcCol="38100" rtlCol="0" anchor="ctr">
            <a:spAutoFit/>
          </a:bodyPr>
          <a:lstStyle/>
          <a:p>
            <a:pPr marL="0" marR="0" indent="0" algn="l" defTabSz="9906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195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+mn-lt"/>
              <a:ea typeface="+mn-ea"/>
              <a:cs typeface="+mn-cs"/>
              <a:sym typeface="Calibri" panose="020F0502020204030204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0"/>
          </p:nvPr>
        </p:nvSpPr>
        <p:spPr>
          <a:xfrm>
            <a:off x="11534350" y="6502557"/>
            <a:ext cx="426128" cy="323165"/>
          </a:xfrm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 lang="en-US" altLang="zh-CN" smtClean="0"/>
            </a:fld>
            <a:endParaRPr lang="en-US" altLang="zh-CN"/>
          </a:p>
        </p:txBody>
      </p:sp>
      <p:sp>
        <p:nvSpPr>
          <p:cNvPr id="10" name="标题 1"/>
          <p:cNvSpPr>
            <a:spLocks noGrp="1"/>
          </p:cNvSpPr>
          <p:nvPr>
            <p:ph type="title"/>
          </p:nvPr>
        </p:nvSpPr>
        <p:spPr>
          <a:xfrm>
            <a:off x="441604" y="172675"/>
            <a:ext cx="10438917" cy="634469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zh-CN" altLang="en-US" sz="2400" b="1" kern="1200" dirty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</a:lstStyle>
          <a:p>
            <a:r>
              <a:rPr kumimoji="1" lang="zh-CN" altLang="en-US" dirty="0"/>
              <a:t>单击此处编辑母版标题样式</a:t>
            </a:r>
            <a:endParaRPr kumimoji="1" lang="zh-CN" altLang="en-US" dirty="0"/>
          </a:p>
        </p:txBody>
      </p:sp>
      <p:pic>
        <p:nvPicPr>
          <p:cNvPr id="7" name="图片 6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81273" y="218879"/>
            <a:ext cx="2398496" cy="542060"/>
          </a:xfrm>
          <a:prstGeom prst="rect">
            <a:avLst/>
          </a:prstGeom>
        </p:spPr>
      </p:pic>
      <p:pic>
        <p:nvPicPr>
          <p:cNvPr id="3" name="图片 2"/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0046" y="6316125"/>
            <a:ext cx="11610432" cy="246323"/>
          </a:xfrm>
          <a:prstGeom prst="rect">
            <a:avLst/>
          </a:prstGeom>
        </p:spPr>
      </p:pic>
    </p:spTree>
  </p:cSld>
  <p:clrMapOvr>
    <a:masterClrMapping/>
  </p:clrMapOvr>
  <p:transition spd="med"/>
  <p:hf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空白 0">
    <p:bg>
      <p:bgPr>
        <a:blipFill rotWithShape="1">
          <a:blip r:embed="rId2" cstate="print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 userDrawn="1"/>
        </p:nvSpPr>
        <p:spPr>
          <a:xfrm>
            <a:off x="9326853" y="157772"/>
            <a:ext cx="2701636" cy="603143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3" name="矩形 2"/>
          <p:cNvSpPr/>
          <p:nvPr userDrawn="1"/>
        </p:nvSpPr>
        <p:spPr>
          <a:xfrm>
            <a:off x="427526" y="277296"/>
            <a:ext cx="3008402" cy="100656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" name="灯片编号占位符 4"/>
          <p:cNvSpPr>
            <a:spLocks noGrp="1"/>
          </p:cNvSpPr>
          <p:nvPr>
            <p:ph type="sldNum" sz="quarter" idx="10"/>
          </p:nvPr>
        </p:nvSpPr>
        <p:spPr>
          <a:xfrm>
            <a:off x="11534350" y="6502557"/>
            <a:ext cx="426128" cy="323165"/>
          </a:xfrm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 lang="en-US" altLang="zh-CN" smtClean="0"/>
            </a:fld>
            <a:endParaRPr lang="en-US" altLang="zh-CN"/>
          </a:p>
        </p:txBody>
      </p:sp>
      <p:pic>
        <p:nvPicPr>
          <p:cNvPr id="8" name="图片 7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0390" y="411894"/>
            <a:ext cx="3262673" cy="737364"/>
          </a:xfrm>
          <a:prstGeom prst="rect">
            <a:avLst/>
          </a:prstGeom>
        </p:spPr>
      </p:pic>
    </p:spTree>
  </p:cSld>
  <p:clrMapOvr>
    <a:masterClrMapping/>
  </p:clrMapOvr>
  <p:transition spd="med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两栏内容">
    <p:bg>
      <p:bgPr>
        <a:blipFill dpi="0" rotWithShape="1">
          <a:blip r:embed="rId2" cstate="print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 userDrawn="1"/>
        </p:nvSpPr>
        <p:spPr>
          <a:xfrm>
            <a:off x="5253859" y="6356184"/>
            <a:ext cx="1645029" cy="400236"/>
          </a:xfrm>
          <a:prstGeom prst="rect">
            <a:avLst/>
          </a:prstGeom>
          <a:solidFill>
            <a:schemeClr val="bg1"/>
          </a:solidFill>
          <a:ln w="12700" cap="flat">
            <a:noFill/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9529" tIns="49529" rIns="49529" bIns="49529" numCol="1" spcCol="38100" rtlCol="0" anchor="ctr">
            <a:spAutoFit/>
          </a:bodyPr>
          <a:lstStyle/>
          <a:p>
            <a:pPr marL="0" marR="0" indent="0" algn="l" defTabSz="9906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195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+mn-lt"/>
              <a:ea typeface="+mn-ea"/>
              <a:cs typeface="+mn-cs"/>
              <a:sym typeface="Calibri" panose="020F0502020204030204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0"/>
          </p:nvPr>
        </p:nvSpPr>
        <p:spPr>
          <a:xfrm>
            <a:off x="11534350" y="6502557"/>
            <a:ext cx="426128" cy="323165"/>
          </a:xfrm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 lang="en-US" altLang="zh-CN" smtClean="0"/>
            </a:fld>
            <a:endParaRPr lang="en-US" altLang="zh-CN"/>
          </a:p>
        </p:txBody>
      </p:sp>
      <p:sp>
        <p:nvSpPr>
          <p:cNvPr id="10" name="标题 1"/>
          <p:cNvSpPr>
            <a:spLocks noGrp="1"/>
          </p:cNvSpPr>
          <p:nvPr>
            <p:ph type="title"/>
          </p:nvPr>
        </p:nvSpPr>
        <p:spPr>
          <a:xfrm>
            <a:off x="441604" y="172675"/>
            <a:ext cx="10438917" cy="634469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zh-CN" altLang="en-US" sz="2400" b="1" kern="1200" dirty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</a:lstStyle>
          <a:p>
            <a:r>
              <a:rPr kumimoji="1" lang="zh-CN" altLang="en-US" dirty="0"/>
              <a:t>单击此处编辑母版标题样式</a:t>
            </a:r>
            <a:endParaRPr kumimoji="1" lang="zh-CN" altLang="en-US" dirty="0"/>
          </a:p>
        </p:txBody>
      </p:sp>
      <p:pic>
        <p:nvPicPr>
          <p:cNvPr id="7" name="图片 6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81273" y="218879"/>
            <a:ext cx="2398496" cy="542060"/>
          </a:xfrm>
          <a:prstGeom prst="rect">
            <a:avLst/>
          </a:prstGeom>
        </p:spPr>
      </p:pic>
      <p:pic>
        <p:nvPicPr>
          <p:cNvPr id="3" name="图片 2"/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0046" y="6316125"/>
            <a:ext cx="11610432" cy="246323"/>
          </a:xfrm>
          <a:prstGeom prst="rect">
            <a:avLst/>
          </a:prstGeom>
        </p:spPr>
      </p:pic>
    </p:spTree>
  </p:cSld>
  <p:clrMapOvr>
    <a:masterClrMapping/>
  </p:clrMapOvr>
  <p:transition spd="med"/>
  <p:hf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空白 0">
    <p:bg>
      <p:bgPr>
        <a:blipFill rotWithShape="1">
          <a:blip r:embed="rId2" cstate="print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 userDrawn="1"/>
        </p:nvSpPr>
        <p:spPr>
          <a:xfrm>
            <a:off x="9326853" y="157772"/>
            <a:ext cx="2701636" cy="603143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3" name="矩形 2"/>
          <p:cNvSpPr/>
          <p:nvPr userDrawn="1"/>
        </p:nvSpPr>
        <p:spPr>
          <a:xfrm>
            <a:off x="427526" y="277296"/>
            <a:ext cx="3008402" cy="100656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" name="灯片编号占位符 4"/>
          <p:cNvSpPr>
            <a:spLocks noGrp="1"/>
          </p:cNvSpPr>
          <p:nvPr>
            <p:ph type="sldNum" sz="quarter" idx="10"/>
          </p:nvPr>
        </p:nvSpPr>
        <p:spPr>
          <a:xfrm>
            <a:off x="11534350" y="6502557"/>
            <a:ext cx="426128" cy="323165"/>
          </a:xfrm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 lang="en-US" altLang="zh-CN" smtClean="0"/>
            </a:fld>
            <a:endParaRPr lang="en-US" altLang="zh-CN"/>
          </a:p>
        </p:txBody>
      </p:sp>
      <p:pic>
        <p:nvPicPr>
          <p:cNvPr id="8" name="图片 7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0390" y="411894"/>
            <a:ext cx="3262673" cy="737364"/>
          </a:xfrm>
          <a:prstGeom prst="rect">
            <a:avLst/>
          </a:prstGeom>
        </p:spPr>
      </p:pic>
    </p:spTree>
  </p:cSld>
  <p:clrMapOvr>
    <a:masterClrMapping/>
  </p:clrMapOvr>
  <p:transition spd="med"/>
</p:sldLayout>
</file>

<file path=ppt/slideMasters/_rels/slideMaster1.xml.rels><?xml version="1.0" encoding="UTF-8" standalone="yes"?>
<Relationships xmlns="http://schemas.openxmlformats.org/package/2006/relationships"><Relationship Id="rId4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4" Type="http://schemas.openxmlformats.org/officeDocument/2006/relationships/theme" Target="../theme/theme2.xml"/><Relationship Id="rId3" Type="http://schemas.openxmlformats.org/officeDocument/2006/relationships/slideLayout" Target="../slideLayouts/slideLayout6.xml"/><Relationship Id="rId2" Type="http://schemas.openxmlformats.org/officeDocument/2006/relationships/slideLayout" Target="../slideLayouts/slideLayout5.xml"/><Relationship Id="rId1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53" r:id="rId1"/>
    <p:sldLayoutId id="2147483654" r:id="rId2"/>
    <p:sldLayoutId id="2147483655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9" Type="http://schemas.openxmlformats.org/officeDocument/2006/relationships/image" Target="../media/image13.png"/><Relationship Id="rId8" Type="http://schemas.openxmlformats.org/officeDocument/2006/relationships/image" Target="../media/image12.png"/><Relationship Id="rId7" Type="http://schemas.openxmlformats.org/officeDocument/2006/relationships/image" Target="../media/image11.png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8" Type="http://schemas.openxmlformats.org/officeDocument/2006/relationships/notesSlide" Target="../notesSlides/notesSlide2.xml"/><Relationship Id="rId17" Type="http://schemas.openxmlformats.org/officeDocument/2006/relationships/slideLayout" Target="../slideLayouts/slideLayout2.xml"/><Relationship Id="rId16" Type="http://schemas.openxmlformats.org/officeDocument/2006/relationships/image" Target="../media/image20.png"/><Relationship Id="rId15" Type="http://schemas.openxmlformats.org/officeDocument/2006/relationships/image" Target="../media/image19.png"/><Relationship Id="rId14" Type="http://schemas.openxmlformats.org/officeDocument/2006/relationships/image" Target="../media/image18.png"/><Relationship Id="rId13" Type="http://schemas.openxmlformats.org/officeDocument/2006/relationships/image" Target="../media/image17.png"/><Relationship Id="rId12" Type="http://schemas.openxmlformats.org/officeDocument/2006/relationships/image" Target="../media/image16.png"/><Relationship Id="rId11" Type="http://schemas.openxmlformats.org/officeDocument/2006/relationships/image" Target="../media/image15.png"/><Relationship Id="rId10" Type="http://schemas.openxmlformats.org/officeDocument/2006/relationships/image" Target="../media/image14.png"/><Relationship Id="rId1" Type="http://schemas.openxmlformats.org/officeDocument/2006/relationships/image" Target="../media/image5.png"/></Relationships>
</file>

<file path=ppt/slides/_rels/slide3.xml.rels><?xml version="1.0" encoding="UTF-8" standalone="yes"?>
<Relationships xmlns="http://schemas.openxmlformats.org/package/2006/relationships"><Relationship Id="rId9" Type="http://schemas.openxmlformats.org/officeDocument/2006/relationships/image" Target="../media/image29.png"/><Relationship Id="rId8" Type="http://schemas.openxmlformats.org/officeDocument/2006/relationships/image" Target="../media/image28.png"/><Relationship Id="rId7" Type="http://schemas.openxmlformats.org/officeDocument/2006/relationships/image" Target="../media/image27.png"/><Relationship Id="rId6" Type="http://schemas.openxmlformats.org/officeDocument/2006/relationships/image" Target="../media/image26.png"/><Relationship Id="rId5" Type="http://schemas.openxmlformats.org/officeDocument/2006/relationships/image" Target="../media/image25.png"/><Relationship Id="rId4" Type="http://schemas.openxmlformats.org/officeDocument/2006/relationships/image" Target="../media/image24.png"/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8" Type="http://schemas.openxmlformats.org/officeDocument/2006/relationships/notesSlide" Target="../notesSlides/notesSlide3.xml"/><Relationship Id="rId17" Type="http://schemas.openxmlformats.org/officeDocument/2006/relationships/slideLayout" Target="../slideLayouts/slideLayout5.xml"/><Relationship Id="rId16" Type="http://schemas.openxmlformats.org/officeDocument/2006/relationships/image" Target="../media/image36.png"/><Relationship Id="rId15" Type="http://schemas.openxmlformats.org/officeDocument/2006/relationships/image" Target="../media/image35.png"/><Relationship Id="rId14" Type="http://schemas.openxmlformats.org/officeDocument/2006/relationships/image" Target="../media/image34.png"/><Relationship Id="rId13" Type="http://schemas.openxmlformats.org/officeDocument/2006/relationships/image" Target="../media/image33.png"/><Relationship Id="rId12" Type="http://schemas.openxmlformats.org/officeDocument/2006/relationships/image" Target="../media/image32.png"/><Relationship Id="rId11" Type="http://schemas.openxmlformats.org/officeDocument/2006/relationships/image" Target="../media/image31.png"/><Relationship Id="rId10" Type="http://schemas.openxmlformats.org/officeDocument/2006/relationships/image" Target="../media/image30.png"/><Relationship Id="rId1" Type="http://schemas.openxmlformats.org/officeDocument/2006/relationships/image" Target="../media/image21.png"/></Relationships>
</file>

<file path=ppt/slides/_rels/slide4.xml.rels><?xml version="1.0" encoding="UTF-8" standalone="yes"?>
<Relationships xmlns="http://schemas.openxmlformats.org/package/2006/relationships"><Relationship Id="rId9" Type="http://schemas.openxmlformats.org/officeDocument/2006/relationships/image" Target="../media/image45.png"/><Relationship Id="rId8" Type="http://schemas.openxmlformats.org/officeDocument/2006/relationships/image" Target="../media/image44.png"/><Relationship Id="rId7" Type="http://schemas.openxmlformats.org/officeDocument/2006/relationships/image" Target="../media/image43.png"/><Relationship Id="rId6" Type="http://schemas.openxmlformats.org/officeDocument/2006/relationships/image" Target="../media/image42.png"/><Relationship Id="rId5" Type="http://schemas.openxmlformats.org/officeDocument/2006/relationships/image" Target="../media/image41.png"/><Relationship Id="rId4" Type="http://schemas.openxmlformats.org/officeDocument/2006/relationships/image" Target="../media/image40.png"/><Relationship Id="rId3" Type="http://schemas.openxmlformats.org/officeDocument/2006/relationships/image" Target="../media/image39.png"/><Relationship Id="rId20" Type="http://schemas.openxmlformats.org/officeDocument/2006/relationships/notesSlide" Target="../notesSlides/notesSlide4.xml"/><Relationship Id="rId2" Type="http://schemas.openxmlformats.org/officeDocument/2006/relationships/image" Target="../media/image38.png"/><Relationship Id="rId19" Type="http://schemas.openxmlformats.org/officeDocument/2006/relationships/slideLayout" Target="../slideLayouts/slideLayout5.xml"/><Relationship Id="rId18" Type="http://schemas.openxmlformats.org/officeDocument/2006/relationships/image" Target="../media/image53.png"/><Relationship Id="rId17" Type="http://schemas.openxmlformats.org/officeDocument/2006/relationships/image" Target="../media/image52.png"/><Relationship Id="rId16" Type="http://schemas.openxmlformats.org/officeDocument/2006/relationships/image" Target="../media/image51.png"/><Relationship Id="rId15" Type="http://schemas.openxmlformats.org/officeDocument/2006/relationships/image" Target="../media/image50.png"/><Relationship Id="rId14" Type="http://schemas.openxmlformats.org/officeDocument/2006/relationships/image" Target="../media/image49.png"/><Relationship Id="rId13" Type="http://schemas.openxmlformats.org/officeDocument/2006/relationships/image" Target="../media/image48.png"/><Relationship Id="rId12" Type="http://schemas.openxmlformats.org/officeDocument/2006/relationships/image" Target="../media/image47.png"/><Relationship Id="rId11" Type="http://schemas.openxmlformats.org/officeDocument/2006/relationships/image" Target="../media/image46.png"/><Relationship Id="rId10" Type="http://schemas.openxmlformats.org/officeDocument/2006/relationships/image" Target="../media/image34.png"/><Relationship Id="rId1" Type="http://schemas.openxmlformats.org/officeDocument/2006/relationships/image" Target="../media/image37.png"/></Relationships>
</file>

<file path=ppt/slides/_rels/slide5.xml.rels><?xml version="1.0" encoding="UTF-8" standalone="yes"?>
<Relationships xmlns="http://schemas.openxmlformats.org/package/2006/relationships"><Relationship Id="rId9" Type="http://schemas.openxmlformats.org/officeDocument/2006/relationships/image" Target="../media/image59.png"/><Relationship Id="rId8" Type="http://schemas.openxmlformats.org/officeDocument/2006/relationships/image" Target="../media/image58.png"/><Relationship Id="rId7" Type="http://schemas.openxmlformats.org/officeDocument/2006/relationships/image" Target="../media/image29.png"/><Relationship Id="rId6" Type="http://schemas.openxmlformats.org/officeDocument/2006/relationships/image" Target="../media/image57.png"/><Relationship Id="rId5" Type="http://schemas.openxmlformats.org/officeDocument/2006/relationships/image" Target="../media/image56.png"/><Relationship Id="rId4" Type="http://schemas.openxmlformats.org/officeDocument/2006/relationships/image" Target="../media/image40.png"/><Relationship Id="rId3" Type="http://schemas.openxmlformats.org/officeDocument/2006/relationships/image" Target="../media/image23.png"/><Relationship Id="rId21" Type="http://schemas.openxmlformats.org/officeDocument/2006/relationships/notesSlide" Target="../notesSlides/notesSlide5.xml"/><Relationship Id="rId20" Type="http://schemas.openxmlformats.org/officeDocument/2006/relationships/slideLayout" Target="../slideLayouts/slideLayout5.xml"/><Relationship Id="rId2" Type="http://schemas.openxmlformats.org/officeDocument/2006/relationships/image" Target="../media/image55.png"/><Relationship Id="rId19" Type="http://schemas.openxmlformats.org/officeDocument/2006/relationships/image" Target="../media/image68.png"/><Relationship Id="rId18" Type="http://schemas.openxmlformats.org/officeDocument/2006/relationships/image" Target="../media/image67.png"/><Relationship Id="rId17" Type="http://schemas.openxmlformats.org/officeDocument/2006/relationships/image" Target="../media/image66.png"/><Relationship Id="rId16" Type="http://schemas.openxmlformats.org/officeDocument/2006/relationships/image" Target="../media/image65.png"/><Relationship Id="rId15" Type="http://schemas.openxmlformats.org/officeDocument/2006/relationships/image" Target="../media/image64.png"/><Relationship Id="rId14" Type="http://schemas.openxmlformats.org/officeDocument/2006/relationships/image" Target="../media/image63.png"/><Relationship Id="rId13" Type="http://schemas.openxmlformats.org/officeDocument/2006/relationships/image" Target="../media/image62.png"/><Relationship Id="rId12" Type="http://schemas.openxmlformats.org/officeDocument/2006/relationships/image" Target="../media/image61.png"/><Relationship Id="rId11" Type="http://schemas.openxmlformats.org/officeDocument/2006/relationships/image" Target="../media/image60.png"/><Relationship Id="rId10" Type="http://schemas.openxmlformats.org/officeDocument/2006/relationships/image" Target="../media/image34.png"/><Relationship Id="rId1" Type="http://schemas.openxmlformats.org/officeDocument/2006/relationships/image" Target="../media/image54.png"/></Relationships>
</file>

<file path=ppt/slides/_rels/slide6.xml.rels><?xml version="1.0" encoding="UTF-8" standalone="yes"?>
<Relationships xmlns="http://schemas.openxmlformats.org/package/2006/relationships"><Relationship Id="rId9" Type="http://schemas.openxmlformats.org/officeDocument/2006/relationships/image" Target="../media/image75.png"/><Relationship Id="rId8" Type="http://schemas.openxmlformats.org/officeDocument/2006/relationships/image" Target="../media/image74.png"/><Relationship Id="rId7" Type="http://schemas.openxmlformats.org/officeDocument/2006/relationships/image" Target="../media/image19.png"/><Relationship Id="rId6" Type="http://schemas.openxmlformats.org/officeDocument/2006/relationships/image" Target="../media/image73.png"/><Relationship Id="rId5" Type="http://schemas.openxmlformats.org/officeDocument/2006/relationships/image" Target="../media/image17.png"/><Relationship Id="rId4" Type="http://schemas.openxmlformats.org/officeDocument/2006/relationships/image" Target="../media/image72.png"/><Relationship Id="rId3" Type="http://schemas.openxmlformats.org/officeDocument/2006/relationships/image" Target="../media/image71.png"/><Relationship Id="rId2" Type="http://schemas.openxmlformats.org/officeDocument/2006/relationships/image" Target="../media/image70.png"/><Relationship Id="rId13" Type="http://schemas.openxmlformats.org/officeDocument/2006/relationships/notesSlide" Target="../notesSlides/notesSlide6.xml"/><Relationship Id="rId12" Type="http://schemas.openxmlformats.org/officeDocument/2006/relationships/slideLayout" Target="../slideLayouts/slideLayout5.xml"/><Relationship Id="rId11" Type="http://schemas.openxmlformats.org/officeDocument/2006/relationships/image" Target="../media/image77.png"/><Relationship Id="rId10" Type="http://schemas.openxmlformats.org/officeDocument/2006/relationships/image" Target="../media/image76.png"/><Relationship Id="rId1" Type="http://schemas.openxmlformats.org/officeDocument/2006/relationships/image" Target="../media/image69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0"/>
          <p:cNvSpPr/>
          <p:nvPr/>
        </p:nvSpPr>
        <p:spPr>
          <a:xfrm>
            <a:off x="588645" y="1694815"/>
            <a:ext cx="11014075" cy="915670"/>
          </a:xfrm>
          <a:prstGeom prst="rect">
            <a:avLst/>
          </a:prstGeom>
          <a:noFill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3600"/>
              </a:lnSpc>
              <a:buNone/>
            </a:pPr>
            <a:r>
              <a:rPr lang="en-US" altLang="zh-CN" sz="4400" b="1" dirty="0">
                <a:solidFill>
                  <a:srgbClr val="C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Dynamic Multi-agents Secured Collaboration Infrastructure Architecture</a:t>
            </a:r>
            <a:endParaRPr lang="en-US" altLang="zh-CN" sz="4400" b="1" dirty="0">
              <a:solidFill>
                <a:srgbClr val="C00000"/>
              </a:solidFill>
              <a:latin typeface="Roboto" pitchFamily="34" charset="0"/>
              <a:ea typeface="Roboto" pitchFamily="34" charset="-122"/>
              <a:cs typeface="Roboto" pitchFamily="34" charset="-120"/>
            </a:endParaRPr>
          </a:p>
          <a:p>
            <a:pPr marL="0" indent="0" algn="l">
              <a:lnSpc>
                <a:spcPts val="3600"/>
              </a:lnSpc>
              <a:buNone/>
            </a:pPr>
            <a:endParaRPr lang="en-US" altLang="zh-CN" sz="4400" b="1" dirty="0">
              <a:solidFill>
                <a:srgbClr val="C00000"/>
              </a:solidFill>
              <a:latin typeface="Roboto" pitchFamily="34" charset="0"/>
              <a:ea typeface="Roboto" pitchFamily="34" charset="-122"/>
              <a:cs typeface="Roboto" pitchFamily="34" charset="-120"/>
            </a:endParaRPr>
          </a:p>
        </p:txBody>
      </p:sp>
      <p:sp>
        <p:nvSpPr>
          <p:cNvPr id="10" name="Text 1"/>
          <p:cNvSpPr/>
          <p:nvPr/>
        </p:nvSpPr>
        <p:spPr>
          <a:xfrm>
            <a:off x="880110" y="3337560"/>
            <a:ext cx="8612505" cy="671195"/>
          </a:xfrm>
          <a:prstGeom prst="rect">
            <a:avLst/>
          </a:prstGeom>
          <a:noFill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altLang="zh-CN" sz="2000" dirty="0">
                <a:solidFill>
                  <a:srgbClr val="C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An architectural framework for dynamic multi-agent collaboration from an infrastructure perspective, enabling secure and efficient agent interactions at scale.</a:t>
            </a:r>
            <a:endParaRPr lang="en-US" altLang="zh-CN" sz="2000" dirty="0">
              <a:solidFill>
                <a:srgbClr val="C00000"/>
              </a:solidFill>
              <a:latin typeface="Roboto" pitchFamily="34" charset="0"/>
              <a:ea typeface="Roboto" pitchFamily="34" charset="-122"/>
              <a:cs typeface="Roboto" pitchFamily="34" charset="-120"/>
            </a:endParaRPr>
          </a:p>
          <a:p>
            <a:pPr marL="0" indent="0" algn="l">
              <a:lnSpc>
                <a:spcPts val="2400"/>
              </a:lnSpc>
              <a:buNone/>
            </a:pPr>
            <a:endParaRPr lang="en-US" altLang="zh-CN" sz="2000" dirty="0">
              <a:solidFill>
                <a:srgbClr val="C00000"/>
              </a:solidFill>
              <a:latin typeface="Roboto" pitchFamily="34" charset="0"/>
              <a:ea typeface="Roboto" pitchFamily="34" charset="-122"/>
              <a:cs typeface="Roboto" pitchFamily="34" charset="-120"/>
            </a:endParaRPr>
          </a:p>
        </p:txBody>
      </p:sp>
      <p:sp>
        <p:nvSpPr>
          <p:cNvPr id="11" name="Text 2"/>
          <p:cNvSpPr/>
          <p:nvPr/>
        </p:nvSpPr>
        <p:spPr>
          <a:xfrm>
            <a:off x="880110" y="4577080"/>
            <a:ext cx="8173720" cy="313690"/>
          </a:xfrm>
          <a:prstGeom prst="rect">
            <a:avLst/>
          </a:prstGeom>
          <a:noFill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altLang="zh-CN" dirty="0">
                <a:solidFill>
                  <a:srgbClr val="C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draft-li-dmsc-inf-architecture</a:t>
            </a:r>
            <a:endParaRPr lang="en-US" altLang="zh-CN" dirty="0">
              <a:solidFill>
                <a:srgbClr val="C00000"/>
              </a:solidFill>
              <a:latin typeface="Roboto" pitchFamily="34" charset="0"/>
              <a:ea typeface="Roboto" pitchFamily="34" charset="-122"/>
              <a:cs typeface="Roboto" pitchFamily="34" charset="-120"/>
            </a:endParaRPr>
          </a:p>
        </p:txBody>
      </p:sp>
      <p:sp>
        <p:nvSpPr>
          <p:cNvPr id="2" name="Text 2"/>
          <p:cNvSpPr/>
          <p:nvPr/>
        </p:nvSpPr>
        <p:spPr>
          <a:xfrm>
            <a:off x="9053830" y="5325110"/>
            <a:ext cx="2465705" cy="642620"/>
          </a:xfrm>
          <a:prstGeom prst="rect">
            <a:avLst/>
          </a:prstGeom>
          <a:noFill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altLang="zh-CN" dirty="0">
                <a:solidFill>
                  <a:srgbClr val="C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Xueting Li, Aijun Wang</a:t>
            </a:r>
            <a:endParaRPr lang="en-US" altLang="zh-CN" dirty="0">
              <a:solidFill>
                <a:srgbClr val="C00000"/>
              </a:solidFill>
              <a:latin typeface="Roboto" pitchFamily="34" charset="0"/>
              <a:ea typeface="Roboto" pitchFamily="34" charset="-122"/>
              <a:cs typeface="Roboto" pitchFamily="34" charset="-120"/>
            </a:endParaRPr>
          </a:p>
          <a:p>
            <a:pPr marL="0" indent="0" algn="l">
              <a:lnSpc>
                <a:spcPts val="2100"/>
              </a:lnSpc>
              <a:buNone/>
            </a:pPr>
            <a:r>
              <a:rPr lang="en-US" altLang="zh-CN" dirty="0">
                <a:solidFill>
                  <a:srgbClr val="C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China Telecom</a:t>
            </a:r>
            <a:endParaRPr lang="en-US" altLang="zh-CN" dirty="0">
              <a:solidFill>
                <a:srgbClr val="C00000"/>
              </a:solidFill>
              <a:latin typeface="Roboto" pitchFamily="34" charset="0"/>
              <a:ea typeface="Roboto" pitchFamily="34" charset="-122"/>
              <a:cs typeface="Roboto" pitchFamily="34" charset="-120"/>
            </a:endParaRPr>
          </a:p>
          <a:p>
            <a:pPr marL="0" indent="0" algn="l">
              <a:lnSpc>
                <a:spcPts val="2100"/>
              </a:lnSpc>
              <a:buNone/>
            </a:pPr>
            <a:endParaRPr lang="en-US" altLang="zh-CN" dirty="0">
              <a:solidFill>
                <a:srgbClr val="C00000"/>
              </a:solidFill>
              <a:latin typeface="Roboto" pitchFamily="34" charset="0"/>
              <a:ea typeface="Roboto" pitchFamily="34" charset="-122"/>
              <a:cs typeface="Roboto" pitchFamily="34" charset="-120"/>
            </a:endParaRPr>
          </a:p>
        </p:txBody>
      </p:sp>
    </p:spTree>
  </p:cSld>
  <p:clrMapOvr>
    <a:masterClrMapping/>
  </p:clrMapOvr>
  <p:transition spd="med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/>
          <p:cNvSpPr>
            <a:spLocks noGrp="1"/>
          </p:cNvSpPr>
          <p:nvPr>
            <p:ph type="title"/>
          </p:nvPr>
        </p:nvSpPr>
        <p:spPr>
          <a:xfrm>
            <a:off x="341630" y="249555"/>
            <a:ext cx="7411720" cy="466725"/>
          </a:xfrm>
        </p:spPr>
        <p:txBody>
          <a:bodyPr>
            <a:normAutofit fontScale="90000"/>
          </a:bodyPr>
          <a:lstStyle/>
          <a:p>
            <a:r>
              <a:rPr lang="en-US" altLang="zh-CN"/>
              <a:t>Introduction: Evolution of Intelligent Agents</a:t>
            </a:r>
            <a:endParaRPr lang="en-US" altLang="zh-CN"/>
          </a:p>
        </p:txBody>
      </p:sp>
      <p:pic>
        <p:nvPicPr>
          <p:cNvPr id="6" name="Image 3" descr="preencoded.png"/>
          <p:cNvPicPr>
            <a:picLocks noChangeAspect="1"/>
          </p:cNvPicPr>
          <p:nvPr/>
        </p:nvPicPr>
        <p:blipFill>
          <a:blip r:embed="rId1">
            <a:duotone>
              <a:prstClr val="black"/>
              <a:srgbClr val="D9C3A5">
                <a:tint val="50000"/>
                <a:satMod val="180000"/>
              </a:srgbClr>
            </a:duotone>
          </a:blip>
          <a:stretch>
            <a:fillRect/>
          </a:stretch>
        </p:blipFill>
        <p:spPr>
          <a:xfrm>
            <a:off x="1204020" y="1146810"/>
            <a:ext cx="762000" cy="762000"/>
          </a:xfrm>
          <a:prstGeom prst="rect">
            <a:avLst/>
          </a:prstGeom>
        </p:spPr>
      </p:pic>
      <p:pic>
        <p:nvPicPr>
          <p:cNvPr id="8" name="Image 4" descr="preencoded.png"/>
          <p:cNvPicPr>
            <a:picLocks noChangeAspect="1"/>
          </p:cNvPicPr>
          <p:nvPr/>
        </p:nvPicPr>
        <p:blipFill>
          <a:blip r:embed="rId2">
            <a:duotone>
              <a:schemeClr val="accent2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1356420" y="1299210"/>
            <a:ext cx="457200" cy="457200"/>
          </a:xfrm>
          <a:prstGeom prst="rect">
            <a:avLst/>
          </a:prstGeom>
        </p:spPr>
      </p:pic>
      <p:pic>
        <p:nvPicPr>
          <p:cNvPr id="9" name="Image 5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12839" y="2108835"/>
            <a:ext cx="751731" cy="19050"/>
          </a:xfrm>
          <a:prstGeom prst="rect">
            <a:avLst/>
          </a:prstGeom>
        </p:spPr>
      </p:pic>
      <p:pic>
        <p:nvPicPr>
          <p:cNvPr id="10" name="Image 6" descr="preencoded.png"/>
          <p:cNvPicPr>
            <a:picLocks noChangeAspect="1"/>
          </p:cNvPicPr>
          <p:nvPr/>
        </p:nvPicPr>
        <p:blipFill>
          <a:blip r:embed="rId4">
            <a:duotone>
              <a:prstClr val="black"/>
              <a:srgbClr val="D9C3A5">
                <a:tint val="50000"/>
                <a:satMod val="180000"/>
              </a:srgbClr>
            </a:duotone>
          </a:blip>
          <a:stretch>
            <a:fillRect/>
          </a:stretch>
        </p:blipFill>
        <p:spPr>
          <a:xfrm>
            <a:off x="4211389" y="1146810"/>
            <a:ext cx="762000" cy="762000"/>
          </a:xfrm>
          <a:prstGeom prst="rect">
            <a:avLst/>
          </a:prstGeom>
        </p:spPr>
      </p:pic>
      <p:pic>
        <p:nvPicPr>
          <p:cNvPr id="11" name="Image 7" descr="preencoded.png"/>
          <p:cNvPicPr>
            <a:picLocks noChangeAspect="1"/>
          </p:cNvPicPr>
          <p:nvPr/>
        </p:nvPicPr>
        <p:blipFill>
          <a:blip r:embed="rId5">
            <a:duotone>
              <a:schemeClr val="accent2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4306639" y="1299210"/>
            <a:ext cx="571500" cy="457200"/>
          </a:xfrm>
          <a:prstGeom prst="rect">
            <a:avLst/>
          </a:prstGeom>
        </p:spPr>
      </p:pic>
      <p:pic>
        <p:nvPicPr>
          <p:cNvPr id="12" name="Image 8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636389" y="2108835"/>
            <a:ext cx="751731" cy="19050"/>
          </a:xfrm>
          <a:prstGeom prst="rect">
            <a:avLst/>
          </a:prstGeom>
        </p:spPr>
      </p:pic>
      <p:pic>
        <p:nvPicPr>
          <p:cNvPr id="13" name="Image 9" descr="preencoded.png"/>
          <p:cNvPicPr>
            <a:picLocks noChangeAspect="1"/>
          </p:cNvPicPr>
          <p:nvPr/>
        </p:nvPicPr>
        <p:blipFill>
          <a:blip r:embed="rId7">
            <a:duotone>
              <a:schemeClr val="accent2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7218759" y="1146810"/>
            <a:ext cx="762000" cy="762000"/>
          </a:xfrm>
          <a:prstGeom prst="rect">
            <a:avLst/>
          </a:prstGeom>
        </p:spPr>
      </p:pic>
      <p:pic>
        <p:nvPicPr>
          <p:cNvPr id="14" name="Image 10" descr="preencoded.png"/>
          <p:cNvPicPr>
            <a:picLocks noChangeAspect="1"/>
          </p:cNvPicPr>
          <p:nvPr/>
        </p:nvPicPr>
        <p:blipFill>
          <a:blip r:embed="rId8">
            <a:duotone>
              <a:schemeClr val="accent2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7314009" y="1299210"/>
            <a:ext cx="571500" cy="457200"/>
          </a:xfrm>
          <a:prstGeom prst="rect">
            <a:avLst/>
          </a:prstGeom>
        </p:spPr>
      </p:pic>
      <p:pic>
        <p:nvPicPr>
          <p:cNvPr id="15" name="Image 11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590419" y="2108835"/>
            <a:ext cx="751731" cy="19050"/>
          </a:xfrm>
          <a:prstGeom prst="rect">
            <a:avLst/>
          </a:prstGeom>
        </p:spPr>
      </p:pic>
      <p:pic>
        <p:nvPicPr>
          <p:cNvPr id="16" name="Image 12" descr="preencoded.png"/>
          <p:cNvPicPr>
            <a:picLocks noChangeAspect="1"/>
          </p:cNvPicPr>
          <p:nvPr/>
        </p:nvPicPr>
        <p:blipFill>
          <a:blip r:embed="rId10">
            <a:duotone>
              <a:schemeClr val="accent2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10226129" y="1104900"/>
            <a:ext cx="762000" cy="762000"/>
          </a:xfrm>
          <a:prstGeom prst="rect">
            <a:avLst/>
          </a:prstGeom>
        </p:spPr>
      </p:pic>
      <p:pic>
        <p:nvPicPr>
          <p:cNvPr id="17" name="Image 13" descr="preencoded.png"/>
          <p:cNvPicPr>
            <a:picLocks noChangeAspect="1"/>
          </p:cNvPicPr>
          <p:nvPr/>
        </p:nvPicPr>
        <p:blipFill>
          <a:blip r:embed="rId11">
            <a:duotone>
              <a:schemeClr val="accent2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10378529" y="1249680"/>
            <a:ext cx="457200" cy="457200"/>
          </a:xfrm>
          <a:prstGeom prst="rect">
            <a:avLst/>
          </a:prstGeom>
        </p:spPr>
      </p:pic>
      <p:pic>
        <p:nvPicPr>
          <p:cNvPr id="18" name="Image 14" descr="preencoded.png"/>
          <p:cNvPicPr>
            <a:picLocks noChangeAspect="1"/>
          </p:cNvPicPr>
          <p:nvPr/>
        </p:nvPicPr>
        <p:blipFill>
          <a:blip r:embed="rId12">
            <a:duotone>
              <a:prstClr val="black"/>
              <a:srgbClr val="D9C3A5">
                <a:tint val="50000"/>
                <a:satMod val="180000"/>
              </a:srgbClr>
            </a:duotone>
          </a:blip>
          <a:stretch>
            <a:fillRect/>
          </a:stretch>
        </p:blipFill>
        <p:spPr>
          <a:xfrm>
            <a:off x="457200" y="3680460"/>
            <a:ext cx="11277600" cy="2667000"/>
          </a:xfrm>
          <a:prstGeom prst="rect">
            <a:avLst/>
          </a:prstGeom>
        </p:spPr>
      </p:pic>
      <p:pic>
        <p:nvPicPr>
          <p:cNvPr id="19" name="Image 15" descr="preencoded.png"/>
          <p:cNvPicPr>
            <a:picLocks noChangeAspect="1"/>
          </p:cNvPicPr>
          <p:nvPr/>
        </p:nvPicPr>
        <p:blipFill>
          <a:blip r:embed="rId13">
            <a:duotone>
              <a:schemeClr val="accent2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685800" y="4366260"/>
            <a:ext cx="342900" cy="304800"/>
          </a:xfrm>
          <a:prstGeom prst="rect">
            <a:avLst/>
          </a:prstGeom>
        </p:spPr>
      </p:pic>
      <p:pic>
        <p:nvPicPr>
          <p:cNvPr id="20" name="Image 16" descr="preencoded.png"/>
          <p:cNvPicPr>
            <a:picLocks noChangeAspect="1"/>
          </p:cNvPicPr>
          <p:nvPr/>
        </p:nvPicPr>
        <p:blipFill>
          <a:blip r:embed="rId14">
            <a:duotone>
              <a:schemeClr val="accent2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6210300" y="4366260"/>
            <a:ext cx="266700" cy="304800"/>
          </a:xfrm>
          <a:prstGeom prst="rect">
            <a:avLst/>
          </a:prstGeom>
        </p:spPr>
      </p:pic>
      <p:pic>
        <p:nvPicPr>
          <p:cNvPr id="21" name="Image 17" descr="preencoded.png"/>
          <p:cNvPicPr>
            <a:picLocks noChangeAspect="1"/>
          </p:cNvPicPr>
          <p:nvPr/>
        </p:nvPicPr>
        <p:blipFill>
          <a:blip r:embed="rId15">
            <a:duotone>
              <a:schemeClr val="accent2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685800" y="5356860"/>
            <a:ext cx="304800" cy="304800"/>
          </a:xfrm>
          <a:prstGeom prst="rect">
            <a:avLst/>
          </a:prstGeom>
        </p:spPr>
      </p:pic>
      <p:pic>
        <p:nvPicPr>
          <p:cNvPr id="22" name="Image 18" descr="preencoded.png"/>
          <p:cNvPicPr>
            <a:picLocks noChangeAspect="1"/>
          </p:cNvPicPr>
          <p:nvPr/>
        </p:nvPicPr>
        <p:blipFill>
          <a:blip r:embed="rId16">
            <a:duotone>
              <a:schemeClr val="accent2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6210300" y="5356860"/>
            <a:ext cx="266700" cy="304800"/>
          </a:xfrm>
          <a:prstGeom prst="rect">
            <a:avLst/>
          </a:prstGeom>
        </p:spPr>
      </p:pic>
      <p:sp>
        <p:nvSpPr>
          <p:cNvPr id="23" name="Text 1"/>
          <p:cNvSpPr/>
          <p:nvPr/>
        </p:nvSpPr>
        <p:spPr>
          <a:xfrm>
            <a:off x="904131" y="2061210"/>
            <a:ext cx="1633954" cy="266700"/>
          </a:xfrm>
          <a:prstGeom prst="rect">
            <a:avLst/>
          </a:prstGeom>
          <a:noFill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b="1" dirty="0">
                <a:solidFill>
                  <a:srgbClr val="374151"/>
                </a:solidFill>
                <a:latin typeface="Times New Roman" panose="02020603050405020304" charset="0"/>
                <a:ea typeface="ui-sans-serif" pitchFamily="34" charset="-122"/>
                <a:cs typeface="Times New Roman" panose="02020603050405020304" charset="0"/>
              </a:rPr>
              <a:t>Early Agents</a:t>
            </a:r>
            <a:endParaRPr lang="en-US" b="1" dirty="0">
              <a:solidFill>
                <a:srgbClr val="374151"/>
              </a:solidFill>
              <a:latin typeface="Times New Roman" panose="02020603050405020304" charset="0"/>
              <a:ea typeface="ui-sans-serif" pitchFamily="34" charset="-122"/>
              <a:cs typeface="Times New Roman" panose="02020603050405020304" charset="0"/>
            </a:endParaRPr>
          </a:p>
        </p:txBody>
      </p:sp>
      <p:sp>
        <p:nvSpPr>
          <p:cNvPr id="24" name="Text 2"/>
          <p:cNvSpPr/>
          <p:nvPr/>
        </p:nvSpPr>
        <p:spPr>
          <a:xfrm>
            <a:off x="457200" y="2404110"/>
            <a:ext cx="2255639" cy="685800"/>
          </a:xfrm>
          <a:prstGeom prst="rect">
            <a:avLst/>
          </a:prstGeom>
          <a:noFill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1800"/>
              </a:lnSpc>
              <a:buNone/>
            </a:pPr>
            <a:r>
              <a:rPr lang="en-US" sz="1600" dirty="0">
                <a:solidFill>
                  <a:srgbClr val="4B5563"/>
                </a:solidFill>
                <a:latin typeface="Times New Roman" panose="02020603050405020304" charset="0"/>
                <a:ea typeface="ui-sans-serif" pitchFamily="34" charset="-122"/>
                <a:cs typeface="Times New Roman" panose="02020603050405020304" charset="0"/>
              </a:rPr>
              <a:t>Embedded within isolated systems, performing narrowly defined tasks</a:t>
            </a:r>
            <a:endParaRPr lang="en-US" sz="1600" dirty="0">
              <a:solidFill>
                <a:srgbClr val="4B5563"/>
              </a:solidFill>
              <a:latin typeface="Times New Roman" panose="02020603050405020304" charset="0"/>
              <a:ea typeface="ui-sans-serif" pitchFamily="34" charset="-122"/>
              <a:cs typeface="Times New Roman" panose="02020603050405020304" charset="0"/>
            </a:endParaRPr>
          </a:p>
        </p:txBody>
      </p:sp>
      <p:sp>
        <p:nvSpPr>
          <p:cNvPr id="25" name="Text 3"/>
          <p:cNvSpPr/>
          <p:nvPr/>
        </p:nvSpPr>
        <p:spPr>
          <a:xfrm>
            <a:off x="3612356" y="2061210"/>
            <a:ext cx="2352080" cy="266700"/>
          </a:xfrm>
          <a:prstGeom prst="rect">
            <a:avLst/>
          </a:prstGeom>
          <a:noFill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b="1" dirty="0">
                <a:solidFill>
                  <a:srgbClr val="374151"/>
                </a:solidFill>
                <a:latin typeface="Times New Roman" panose="02020603050405020304" charset="0"/>
                <a:ea typeface="ui-sans-serif" pitchFamily="34" charset="-122"/>
                <a:cs typeface="Times New Roman" panose="02020603050405020304" charset="0"/>
              </a:rPr>
              <a:t>Connected Agents</a:t>
            </a:r>
            <a:endParaRPr lang="en-US" b="1" dirty="0">
              <a:solidFill>
                <a:srgbClr val="374151"/>
              </a:solidFill>
              <a:latin typeface="Times New Roman" panose="02020603050405020304" charset="0"/>
              <a:ea typeface="ui-sans-serif" pitchFamily="34" charset="-122"/>
              <a:cs typeface="Times New Roman" panose="02020603050405020304" charset="0"/>
            </a:endParaRPr>
          </a:p>
        </p:txBody>
      </p:sp>
      <p:sp>
        <p:nvSpPr>
          <p:cNvPr id="26" name="Text 4"/>
          <p:cNvSpPr/>
          <p:nvPr/>
        </p:nvSpPr>
        <p:spPr>
          <a:xfrm>
            <a:off x="3464570" y="2404110"/>
            <a:ext cx="2255639" cy="685800"/>
          </a:xfrm>
          <a:prstGeom prst="rect">
            <a:avLst/>
          </a:prstGeom>
          <a:noFill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1800"/>
              </a:lnSpc>
              <a:buNone/>
            </a:pPr>
            <a:r>
              <a:rPr lang="en-US" sz="1600" dirty="0">
                <a:solidFill>
                  <a:srgbClr val="4B5563"/>
                </a:solidFill>
                <a:latin typeface="Times New Roman" panose="02020603050405020304" charset="0"/>
                <a:ea typeface="ui-sans-serif" pitchFamily="34" charset="-122"/>
                <a:cs typeface="Times New Roman" panose="02020603050405020304" charset="0"/>
              </a:rPr>
              <a:t>Interactions mediated by application logic, limited in scope</a:t>
            </a:r>
            <a:endParaRPr lang="en-US" sz="1600" dirty="0">
              <a:solidFill>
                <a:srgbClr val="4B5563"/>
              </a:solidFill>
              <a:latin typeface="Times New Roman" panose="02020603050405020304" charset="0"/>
              <a:ea typeface="ui-sans-serif" pitchFamily="34" charset="-122"/>
              <a:cs typeface="Times New Roman" panose="02020603050405020304" charset="0"/>
            </a:endParaRPr>
          </a:p>
        </p:txBody>
      </p:sp>
      <p:sp>
        <p:nvSpPr>
          <p:cNvPr id="27" name="Text 5"/>
          <p:cNvSpPr/>
          <p:nvPr/>
        </p:nvSpPr>
        <p:spPr>
          <a:xfrm>
            <a:off x="6515100" y="2061210"/>
            <a:ext cx="2603183" cy="266700"/>
          </a:xfrm>
          <a:prstGeom prst="rect">
            <a:avLst/>
          </a:prstGeom>
          <a:noFill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b="1" dirty="0">
                <a:solidFill>
                  <a:srgbClr val="374151"/>
                </a:solidFill>
                <a:latin typeface="Times New Roman" panose="02020603050405020304" charset="0"/>
                <a:ea typeface="ui-sans-serif" pitchFamily="34" charset="-122"/>
                <a:cs typeface="Times New Roman" panose="02020603050405020304" charset="0"/>
              </a:rPr>
              <a:t>Autonomous Agents</a:t>
            </a:r>
            <a:endParaRPr lang="en-US" b="1" dirty="0">
              <a:solidFill>
                <a:srgbClr val="374151"/>
              </a:solidFill>
              <a:latin typeface="Times New Roman" panose="02020603050405020304" charset="0"/>
              <a:ea typeface="ui-sans-serif" pitchFamily="34" charset="-122"/>
              <a:cs typeface="Times New Roman" panose="02020603050405020304" charset="0"/>
            </a:endParaRPr>
          </a:p>
        </p:txBody>
      </p:sp>
      <p:sp>
        <p:nvSpPr>
          <p:cNvPr id="28" name="Text 6"/>
          <p:cNvSpPr/>
          <p:nvPr/>
        </p:nvSpPr>
        <p:spPr>
          <a:xfrm>
            <a:off x="6471940" y="2404110"/>
            <a:ext cx="2255639" cy="685800"/>
          </a:xfrm>
          <a:prstGeom prst="rect">
            <a:avLst/>
          </a:prstGeom>
          <a:noFill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1800"/>
              </a:lnSpc>
              <a:buNone/>
            </a:pPr>
            <a:r>
              <a:rPr lang="en-US" sz="1600" dirty="0">
                <a:solidFill>
                  <a:srgbClr val="4B5563"/>
                </a:solidFill>
                <a:latin typeface="Times New Roman" panose="02020603050405020304" charset="0"/>
                <a:ea typeface="ui-sans-serif" pitchFamily="34" charset="-122"/>
                <a:cs typeface="Times New Roman" panose="02020603050405020304" charset="0"/>
              </a:rPr>
              <a:t>Perceiving changes, making decisions based on local information</a:t>
            </a:r>
            <a:endParaRPr lang="en-US" sz="1600" dirty="0">
              <a:solidFill>
                <a:srgbClr val="4B5563"/>
              </a:solidFill>
              <a:latin typeface="Times New Roman" panose="02020603050405020304" charset="0"/>
              <a:ea typeface="ui-sans-serif" pitchFamily="34" charset="-122"/>
              <a:cs typeface="Times New Roman" panose="02020603050405020304" charset="0"/>
            </a:endParaRPr>
          </a:p>
        </p:txBody>
      </p:sp>
      <p:sp>
        <p:nvSpPr>
          <p:cNvPr id="29" name="Text 7"/>
          <p:cNvSpPr/>
          <p:nvPr/>
        </p:nvSpPr>
        <p:spPr>
          <a:xfrm>
            <a:off x="9479280" y="2019300"/>
            <a:ext cx="2568575" cy="380365"/>
          </a:xfrm>
          <a:prstGeom prst="rect">
            <a:avLst/>
          </a:prstGeom>
          <a:noFill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b="1" dirty="0">
                <a:solidFill>
                  <a:srgbClr val="374151"/>
                </a:solidFill>
                <a:latin typeface="Times New Roman" panose="02020603050405020304" charset="0"/>
                <a:ea typeface="ui-sans-serif" pitchFamily="34" charset="-122"/>
                <a:cs typeface="Times New Roman" panose="02020603050405020304" charset="0"/>
              </a:rPr>
              <a:t>Distributed Ecosystems</a:t>
            </a:r>
            <a:endParaRPr lang="en-US" b="1" dirty="0">
              <a:solidFill>
                <a:srgbClr val="374151"/>
              </a:solidFill>
              <a:latin typeface="Times New Roman" panose="02020603050405020304" charset="0"/>
              <a:ea typeface="ui-sans-serif" pitchFamily="34" charset="-122"/>
              <a:cs typeface="Times New Roman" panose="02020603050405020304" charset="0"/>
            </a:endParaRPr>
          </a:p>
        </p:txBody>
      </p:sp>
      <p:sp>
        <p:nvSpPr>
          <p:cNvPr id="30" name="Text 8"/>
          <p:cNvSpPr/>
          <p:nvPr/>
        </p:nvSpPr>
        <p:spPr>
          <a:xfrm>
            <a:off x="9479310" y="2407920"/>
            <a:ext cx="2255639" cy="685800"/>
          </a:xfrm>
          <a:prstGeom prst="rect">
            <a:avLst/>
          </a:prstGeom>
          <a:noFill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1800"/>
              </a:lnSpc>
              <a:buNone/>
            </a:pPr>
            <a:r>
              <a:rPr lang="en-US" sz="1600" dirty="0">
                <a:solidFill>
                  <a:srgbClr val="4B5563"/>
                </a:solidFill>
                <a:latin typeface="Times New Roman" panose="02020603050405020304" charset="0"/>
                <a:ea typeface="ui-sans-serif" pitchFamily="34" charset="-122"/>
                <a:cs typeface="Times New Roman" panose="02020603050405020304" charset="0"/>
              </a:rPr>
              <a:t>Dynamic systems spanning devices, networks, and application platforms</a:t>
            </a:r>
            <a:endParaRPr lang="en-US" sz="1600" dirty="0">
              <a:solidFill>
                <a:srgbClr val="4B5563"/>
              </a:solidFill>
              <a:latin typeface="Times New Roman" panose="02020603050405020304" charset="0"/>
              <a:ea typeface="ui-sans-serif" pitchFamily="34" charset="-122"/>
              <a:cs typeface="Times New Roman" panose="02020603050405020304" charset="0"/>
            </a:endParaRPr>
          </a:p>
        </p:txBody>
      </p:sp>
      <p:sp>
        <p:nvSpPr>
          <p:cNvPr id="31" name="Text 9"/>
          <p:cNvSpPr/>
          <p:nvPr/>
        </p:nvSpPr>
        <p:spPr>
          <a:xfrm>
            <a:off x="685800" y="3909060"/>
            <a:ext cx="10820400" cy="304800"/>
          </a:xfrm>
          <a:prstGeom prst="rect">
            <a:avLst/>
          </a:prstGeom>
          <a:noFill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400"/>
              </a:lnSpc>
              <a:buNone/>
            </a:pPr>
            <a:r>
              <a:rPr lang="en-US" sz="2400" b="1" dirty="0">
                <a:solidFill>
                  <a:srgbClr val="1F2937"/>
                </a:solidFill>
                <a:latin typeface="Times New Roman" panose="02020603050405020304" charset="0"/>
                <a:ea typeface="ui-sans-serif" pitchFamily="34" charset="-122"/>
                <a:cs typeface="Times New Roman" panose="02020603050405020304" charset="0"/>
              </a:rPr>
              <a:t>Key Evolution Impacts</a:t>
            </a:r>
            <a:endParaRPr lang="en-US" sz="2400" b="1" dirty="0">
              <a:solidFill>
                <a:srgbClr val="1F2937"/>
              </a:solidFill>
              <a:latin typeface="Times New Roman" panose="02020603050405020304" charset="0"/>
              <a:ea typeface="ui-sans-serif" pitchFamily="34" charset="-122"/>
              <a:cs typeface="Times New Roman" panose="02020603050405020304" charset="0"/>
            </a:endParaRPr>
          </a:p>
        </p:txBody>
      </p:sp>
      <p:sp>
        <p:nvSpPr>
          <p:cNvPr id="32" name="Text 10"/>
          <p:cNvSpPr/>
          <p:nvPr/>
        </p:nvSpPr>
        <p:spPr>
          <a:xfrm>
            <a:off x="1181100" y="4366260"/>
            <a:ext cx="4800600" cy="266700"/>
          </a:xfrm>
          <a:prstGeom prst="rect">
            <a:avLst/>
          </a:prstGeom>
          <a:noFill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600" b="1" dirty="0">
                <a:solidFill>
                  <a:srgbClr val="374151"/>
                </a:solidFill>
                <a:latin typeface="Times New Roman" panose="02020603050405020304" charset="0"/>
                <a:ea typeface="ui-sans-serif" pitchFamily="34" charset="-122"/>
                <a:cs typeface="Times New Roman" panose="02020603050405020304" charset="0"/>
              </a:rPr>
              <a:t>Dynamic Collaboration</a:t>
            </a:r>
            <a:endParaRPr lang="en-US" sz="1600" b="1" dirty="0">
              <a:solidFill>
                <a:srgbClr val="374151"/>
              </a:solidFill>
              <a:latin typeface="Times New Roman" panose="02020603050405020304" charset="0"/>
              <a:ea typeface="ui-sans-serif" pitchFamily="34" charset="-122"/>
              <a:cs typeface="Times New Roman" panose="02020603050405020304" charset="0"/>
            </a:endParaRPr>
          </a:p>
        </p:txBody>
      </p:sp>
      <p:sp>
        <p:nvSpPr>
          <p:cNvPr id="33" name="Text 11"/>
          <p:cNvSpPr/>
          <p:nvPr/>
        </p:nvSpPr>
        <p:spPr>
          <a:xfrm>
            <a:off x="1181100" y="4671060"/>
            <a:ext cx="4800600" cy="457200"/>
          </a:xfrm>
          <a:prstGeom prst="rect">
            <a:avLst/>
          </a:prstGeom>
          <a:noFill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600" dirty="0">
                <a:solidFill>
                  <a:srgbClr val="4B5563"/>
                </a:solidFill>
                <a:latin typeface="Times New Roman" panose="02020603050405020304" charset="0"/>
                <a:ea typeface="ui-sans-serif" pitchFamily="34" charset="-122"/>
                <a:cs typeface="Times New Roman" panose="02020603050405020304" charset="0"/>
              </a:rPr>
              <a:t>Frequent changes in agent population, roles, and interaction patterns</a:t>
            </a:r>
            <a:endParaRPr lang="en-US" sz="1600" dirty="0">
              <a:solidFill>
                <a:srgbClr val="4B5563"/>
              </a:solidFill>
              <a:latin typeface="Times New Roman" panose="02020603050405020304" charset="0"/>
              <a:ea typeface="ui-sans-serif" pitchFamily="34" charset="-122"/>
              <a:cs typeface="Times New Roman" panose="02020603050405020304" charset="0"/>
            </a:endParaRPr>
          </a:p>
        </p:txBody>
      </p:sp>
      <p:sp>
        <p:nvSpPr>
          <p:cNvPr id="34" name="Text 12"/>
          <p:cNvSpPr/>
          <p:nvPr/>
        </p:nvSpPr>
        <p:spPr>
          <a:xfrm>
            <a:off x="6629400" y="4366260"/>
            <a:ext cx="4876800" cy="266700"/>
          </a:xfrm>
          <a:prstGeom prst="rect">
            <a:avLst/>
          </a:prstGeom>
          <a:noFill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600" b="1" dirty="0">
                <a:solidFill>
                  <a:srgbClr val="374151"/>
                </a:solidFill>
                <a:latin typeface="Times New Roman" panose="02020603050405020304" charset="0"/>
                <a:ea typeface="ui-sans-serif" pitchFamily="34" charset="-122"/>
                <a:cs typeface="Times New Roman" panose="02020603050405020304" charset="0"/>
              </a:rPr>
              <a:t>Expanded Scope</a:t>
            </a:r>
            <a:endParaRPr lang="en-US" sz="1600" b="1" dirty="0">
              <a:solidFill>
                <a:srgbClr val="374151"/>
              </a:solidFill>
              <a:latin typeface="Times New Roman" panose="02020603050405020304" charset="0"/>
              <a:ea typeface="ui-sans-serif" pitchFamily="34" charset="-122"/>
              <a:cs typeface="Times New Roman" panose="02020603050405020304" charset="0"/>
            </a:endParaRPr>
          </a:p>
        </p:txBody>
      </p:sp>
      <p:sp>
        <p:nvSpPr>
          <p:cNvPr id="35" name="Text 13"/>
          <p:cNvSpPr/>
          <p:nvPr/>
        </p:nvSpPr>
        <p:spPr>
          <a:xfrm>
            <a:off x="6629400" y="4671060"/>
            <a:ext cx="4876800" cy="457200"/>
          </a:xfrm>
          <a:prstGeom prst="rect">
            <a:avLst/>
          </a:prstGeom>
          <a:noFill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600" dirty="0">
                <a:solidFill>
                  <a:srgbClr val="4B5563"/>
                </a:solidFill>
                <a:latin typeface="Times New Roman" panose="02020603050405020304" charset="0"/>
                <a:ea typeface="ui-sans-serif" pitchFamily="34" charset="-122"/>
                <a:cs typeface="Times New Roman" panose="02020603050405020304" charset="0"/>
              </a:rPr>
              <a:t>Interactions spanning devices, networks, and application platforms</a:t>
            </a:r>
            <a:endParaRPr lang="en-US" sz="1600" dirty="0">
              <a:solidFill>
                <a:srgbClr val="4B5563"/>
              </a:solidFill>
              <a:latin typeface="Times New Roman" panose="02020603050405020304" charset="0"/>
              <a:ea typeface="ui-sans-serif" pitchFamily="34" charset="-122"/>
              <a:cs typeface="Times New Roman" panose="02020603050405020304" charset="0"/>
            </a:endParaRPr>
          </a:p>
        </p:txBody>
      </p:sp>
      <p:sp>
        <p:nvSpPr>
          <p:cNvPr id="36" name="Text 14"/>
          <p:cNvSpPr/>
          <p:nvPr/>
        </p:nvSpPr>
        <p:spPr>
          <a:xfrm>
            <a:off x="1143000" y="5356860"/>
            <a:ext cx="5806440" cy="266700"/>
          </a:xfrm>
          <a:prstGeom prst="rect">
            <a:avLst/>
          </a:prstGeom>
          <a:noFill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600" b="1" dirty="0">
                <a:solidFill>
                  <a:srgbClr val="374151"/>
                </a:solidFill>
                <a:latin typeface="Times New Roman" panose="02020603050405020304" charset="0"/>
                <a:ea typeface="ui-sans-serif" pitchFamily="34" charset="-122"/>
                <a:cs typeface="Times New Roman" panose="02020603050405020304" charset="0"/>
              </a:rPr>
              <a:t>New Network Requirements</a:t>
            </a:r>
            <a:endParaRPr lang="en-US" sz="1600" b="1" dirty="0">
              <a:solidFill>
                <a:srgbClr val="374151"/>
              </a:solidFill>
              <a:latin typeface="Times New Roman" panose="02020603050405020304" charset="0"/>
              <a:ea typeface="ui-sans-serif" pitchFamily="34" charset="-122"/>
              <a:cs typeface="Times New Roman" panose="02020603050405020304" charset="0"/>
            </a:endParaRPr>
          </a:p>
        </p:txBody>
      </p:sp>
      <p:sp>
        <p:nvSpPr>
          <p:cNvPr id="37" name="Text 15"/>
          <p:cNvSpPr/>
          <p:nvPr/>
        </p:nvSpPr>
        <p:spPr>
          <a:xfrm>
            <a:off x="1143000" y="5661660"/>
            <a:ext cx="4838700" cy="457200"/>
          </a:xfrm>
          <a:prstGeom prst="rect">
            <a:avLst/>
          </a:prstGeom>
          <a:noFill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600" dirty="0">
                <a:solidFill>
                  <a:srgbClr val="4B5563"/>
                </a:solidFill>
                <a:latin typeface="Times New Roman" panose="02020603050405020304" charset="0"/>
                <a:ea typeface="ui-sans-serif" pitchFamily="34" charset="-122"/>
                <a:cs typeface="Times New Roman" panose="02020603050405020304" charset="0"/>
              </a:rPr>
              <a:t>Scalable, interoperable networking support for agent collaboration</a:t>
            </a:r>
            <a:endParaRPr lang="en-US" sz="1600" dirty="0">
              <a:solidFill>
                <a:srgbClr val="4B5563"/>
              </a:solidFill>
              <a:latin typeface="Times New Roman" panose="02020603050405020304" charset="0"/>
              <a:ea typeface="ui-sans-serif" pitchFamily="34" charset="-122"/>
              <a:cs typeface="Times New Roman" panose="02020603050405020304" charset="0"/>
            </a:endParaRPr>
          </a:p>
        </p:txBody>
      </p:sp>
      <p:sp>
        <p:nvSpPr>
          <p:cNvPr id="38" name="Text 16"/>
          <p:cNvSpPr/>
          <p:nvPr/>
        </p:nvSpPr>
        <p:spPr>
          <a:xfrm>
            <a:off x="6629400" y="5356860"/>
            <a:ext cx="5164574" cy="266700"/>
          </a:xfrm>
          <a:prstGeom prst="rect">
            <a:avLst/>
          </a:prstGeom>
          <a:noFill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600" b="1" dirty="0">
                <a:solidFill>
                  <a:srgbClr val="374151"/>
                </a:solidFill>
                <a:latin typeface="Times New Roman" panose="02020603050405020304" charset="0"/>
                <a:ea typeface="ui-sans-serif" pitchFamily="34" charset="-122"/>
                <a:cs typeface="Times New Roman" panose="02020603050405020304" charset="0"/>
              </a:rPr>
              <a:t>Adaptive Infrastructure</a:t>
            </a:r>
            <a:endParaRPr lang="en-US" sz="1600" b="1" dirty="0">
              <a:solidFill>
                <a:srgbClr val="374151"/>
              </a:solidFill>
              <a:latin typeface="Times New Roman" panose="02020603050405020304" charset="0"/>
              <a:ea typeface="ui-sans-serif" pitchFamily="34" charset="-122"/>
              <a:cs typeface="Times New Roman" panose="02020603050405020304" charset="0"/>
            </a:endParaRPr>
          </a:p>
        </p:txBody>
      </p:sp>
      <p:sp>
        <p:nvSpPr>
          <p:cNvPr id="39" name="Text 17"/>
          <p:cNvSpPr/>
          <p:nvPr/>
        </p:nvSpPr>
        <p:spPr>
          <a:xfrm>
            <a:off x="6629400" y="5661660"/>
            <a:ext cx="5164574" cy="228600"/>
          </a:xfrm>
          <a:prstGeom prst="rect">
            <a:avLst/>
          </a:prstGeom>
          <a:noFill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600" dirty="0">
                <a:solidFill>
                  <a:srgbClr val="4B5563"/>
                </a:solidFill>
                <a:latin typeface="Times New Roman" panose="02020603050405020304" charset="0"/>
                <a:ea typeface="ui-sans-serif" pitchFamily="34" charset="-122"/>
                <a:cs typeface="Times New Roman" panose="02020603050405020304" charset="0"/>
              </a:rPr>
              <a:t>Network must actively participate in agent collaboration</a:t>
            </a:r>
            <a:endParaRPr lang="en-US" sz="1600" dirty="0">
              <a:solidFill>
                <a:srgbClr val="4B5563"/>
              </a:solidFill>
              <a:latin typeface="Times New Roman" panose="02020603050405020304" charset="0"/>
              <a:ea typeface="ui-sans-serif" pitchFamily="34" charset="-122"/>
              <a:cs typeface="Times New Roman" panose="02020603050405020304" charset="0"/>
            </a:endParaRPr>
          </a:p>
        </p:txBody>
      </p:sp>
      <p:sp>
        <p:nvSpPr>
          <p:cNvPr id="41" name="Text 0"/>
          <p:cNvSpPr/>
          <p:nvPr/>
        </p:nvSpPr>
        <p:spPr>
          <a:xfrm>
            <a:off x="609600" y="6494780"/>
            <a:ext cx="2267585" cy="190500"/>
          </a:xfrm>
          <a:prstGeom prst="rect">
            <a:avLst/>
          </a:prstGeom>
          <a:noFill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b="1" kern="0" spc="42" dirty="0">
                <a:solidFill>
                  <a:srgbClr val="0F766E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DMSC WORKING GROUP</a:t>
            </a:r>
            <a:endParaRPr lang="en-US" sz="1050" dirty="0"/>
          </a:p>
        </p:txBody>
      </p:sp>
    </p:spTree>
  </p:cSld>
  <p:clrMapOvr>
    <a:masterClrMapping/>
  </p:clrMapOvr>
  <p:transition spd="med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/>
          <p:cNvSpPr>
            <a:spLocks noGrp="1"/>
          </p:cNvSpPr>
          <p:nvPr>
            <p:ph type="title"/>
          </p:nvPr>
        </p:nvSpPr>
        <p:spPr>
          <a:xfrm>
            <a:off x="341630" y="249555"/>
            <a:ext cx="7411720" cy="466725"/>
          </a:xfrm>
        </p:spPr>
        <p:txBody>
          <a:bodyPr>
            <a:normAutofit fontScale="90000"/>
          </a:bodyPr>
          <a:lstStyle/>
          <a:p>
            <a:r>
              <a:rPr lang="en-US" altLang="zh-CN"/>
              <a:t>Network Requirements for Agent Collaboration</a:t>
            </a:r>
            <a:endParaRPr lang="en-US" altLang="zh-CN"/>
          </a:p>
        </p:txBody>
      </p:sp>
      <p:pic>
        <p:nvPicPr>
          <p:cNvPr id="5" name="Image 3" descr="preencoded.png"/>
          <p:cNvPicPr>
            <a:picLocks noChangeAspect="1"/>
          </p:cNvPicPr>
          <p:nvPr/>
        </p:nvPicPr>
        <p:blipFill>
          <a:blip r:embed="rId1">
            <a:duotone>
              <a:prstClr val="black"/>
              <a:srgbClr val="D9C3A5">
                <a:tint val="50000"/>
                <a:satMod val="180000"/>
              </a:srgbClr>
            </a:duotone>
          </a:blip>
          <a:stretch>
            <a:fillRect/>
          </a:stretch>
        </p:blipFill>
        <p:spPr>
          <a:xfrm>
            <a:off x="381000" y="1813560"/>
            <a:ext cx="3682901" cy="1790700"/>
          </a:xfrm>
          <a:prstGeom prst="rect">
            <a:avLst/>
          </a:prstGeom>
        </p:spPr>
      </p:pic>
      <p:pic>
        <p:nvPicPr>
          <p:cNvPr id="6" name="Image 4" descr="preencoded.png"/>
          <p:cNvPicPr>
            <a:picLocks noChangeAspect="1"/>
          </p:cNvPicPr>
          <p:nvPr/>
        </p:nvPicPr>
        <p:blipFill>
          <a:blip r:embed="rId2">
            <a:duotone>
              <a:prstClr val="black"/>
              <a:schemeClr val="accent2">
                <a:tint val="45000"/>
                <a:satMod val="400000"/>
              </a:schemeClr>
            </a:duotone>
          </a:blip>
          <a:stretch>
            <a:fillRect/>
          </a:stretch>
        </p:blipFill>
        <p:spPr>
          <a:xfrm>
            <a:off x="533400" y="1965960"/>
            <a:ext cx="476250" cy="476250"/>
          </a:xfrm>
          <a:prstGeom prst="rect">
            <a:avLst/>
          </a:prstGeom>
        </p:spPr>
      </p:pic>
      <p:pic>
        <p:nvPicPr>
          <p:cNvPr id="7" name="Image 5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6275" y="2199323"/>
            <a:ext cx="190500" cy="9525"/>
          </a:xfrm>
          <a:prstGeom prst="rect">
            <a:avLst/>
          </a:prstGeom>
        </p:spPr>
      </p:pic>
      <p:pic>
        <p:nvPicPr>
          <p:cNvPr id="8" name="Image 6" descr="preencoded.png"/>
          <p:cNvPicPr>
            <a:picLocks noChangeAspect="1"/>
          </p:cNvPicPr>
          <p:nvPr/>
        </p:nvPicPr>
        <p:blipFill>
          <a:blip r:embed="rId4">
            <a:duotone>
              <a:prstClr val="black"/>
              <a:srgbClr val="D9C3A5">
                <a:tint val="50000"/>
                <a:satMod val="180000"/>
              </a:srgbClr>
            </a:duotone>
          </a:blip>
          <a:stretch>
            <a:fillRect/>
          </a:stretch>
        </p:blipFill>
        <p:spPr>
          <a:xfrm>
            <a:off x="4254401" y="1813560"/>
            <a:ext cx="3683050" cy="1790700"/>
          </a:xfrm>
          <a:prstGeom prst="rect">
            <a:avLst/>
          </a:prstGeom>
        </p:spPr>
      </p:pic>
      <p:pic>
        <p:nvPicPr>
          <p:cNvPr id="9" name="Image 7" descr="preencoded.png"/>
          <p:cNvPicPr>
            <a:picLocks noChangeAspect="1"/>
          </p:cNvPicPr>
          <p:nvPr/>
        </p:nvPicPr>
        <p:blipFill>
          <a:blip r:embed="rId5">
            <a:duotone>
              <a:prstClr val="black"/>
              <a:schemeClr val="accent2">
                <a:tint val="45000"/>
                <a:satMod val="400000"/>
              </a:schemeClr>
            </a:duotone>
          </a:blip>
          <a:stretch>
            <a:fillRect/>
          </a:stretch>
        </p:blipFill>
        <p:spPr>
          <a:xfrm>
            <a:off x="4406801" y="1965960"/>
            <a:ext cx="476250" cy="476250"/>
          </a:xfrm>
          <a:prstGeom prst="rect">
            <a:avLst/>
          </a:prstGeom>
        </p:spPr>
      </p:pic>
      <p:pic>
        <p:nvPicPr>
          <p:cNvPr id="10" name="Image 8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49676" y="2199323"/>
            <a:ext cx="190500" cy="9525"/>
          </a:xfrm>
          <a:prstGeom prst="rect">
            <a:avLst/>
          </a:prstGeom>
        </p:spPr>
      </p:pic>
      <p:pic>
        <p:nvPicPr>
          <p:cNvPr id="11" name="Image 9" descr="preencoded.png"/>
          <p:cNvPicPr>
            <a:picLocks noChangeAspect="1"/>
          </p:cNvPicPr>
          <p:nvPr/>
        </p:nvPicPr>
        <p:blipFill>
          <a:blip r:embed="rId7">
            <a:duotone>
              <a:prstClr val="black"/>
              <a:srgbClr val="D9C3A5">
                <a:tint val="50000"/>
                <a:satMod val="180000"/>
              </a:srgbClr>
            </a:duotone>
          </a:blip>
          <a:stretch>
            <a:fillRect/>
          </a:stretch>
        </p:blipFill>
        <p:spPr>
          <a:xfrm>
            <a:off x="8127950" y="1813560"/>
            <a:ext cx="3682901" cy="1790700"/>
          </a:xfrm>
          <a:prstGeom prst="rect">
            <a:avLst/>
          </a:prstGeom>
        </p:spPr>
      </p:pic>
      <p:pic>
        <p:nvPicPr>
          <p:cNvPr id="12" name="Image 10" descr="preencoded.png"/>
          <p:cNvPicPr>
            <a:picLocks noChangeAspect="1"/>
          </p:cNvPicPr>
          <p:nvPr/>
        </p:nvPicPr>
        <p:blipFill>
          <a:blip r:embed="rId8">
            <a:duotone>
              <a:prstClr val="black"/>
              <a:schemeClr val="accent2">
                <a:tint val="45000"/>
                <a:satMod val="400000"/>
              </a:schemeClr>
            </a:duotone>
          </a:blip>
          <a:stretch>
            <a:fillRect/>
          </a:stretch>
        </p:blipFill>
        <p:spPr>
          <a:xfrm>
            <a:off x="8280350" y="1965960"/>
            <a:ext cx="476250" cy="476250"/>
          </a:xfrm>
          <a:prstGeom prst="rect">
            <a:avLst/>
          </a:prstGeom>
        </p:spPr>
      </p:pic>
      <p:pic>
        <p:nvPicPr>
          <p:cNvPr id="13" name="Image 11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423225" y="2199323"/>
            <a:ext cx="190500" cy="9525"/>
          </a:xfrm>
          <a:prstGeom prst="rect">
            <a:avLst/>
          </a:prstGeom>
        </p:spPr>
      </p:pic>
      <p:pic>
        <p:nvPicPr>
          <p:cNvPr id="14" name="Image 12" descr="preencoded.png"/>
          <p:cNvPicPr>
            <a:picLocks noChangeAspect="1"/>
          </p:cNvPicPr>
          <p:nvPr/>
        </p:nvPicPr>
        <p:blipFill>
          <a:blip r:embed="rId10">
            <a:duotone>
              <a:prstClr val="black"/>
              <a:srgbClr val="D9C3A5">
                <a:tint val="50000"/>
                <a:satMod val="180000"/>
              </a:srgbClr>
            </a:duotone>
          </a:blip>
          <a:stretch>
            <a:fillRect/>
          </a:stretch>
        </p:blipFill>
        <p:spPr>
          <a:xfrm>
            <a:off x="381000" y="3794760"/>
            <a:ext cx="5619750" cy="1066800"/>
          </a:xfrm>
          <a:prstGeom prst="rect">
            <a:avLst/>
          </a:prstGeom>
        </p:spPr>
      </p:pic>
      <p:pic>
        <p:nvPicPr>
          <p:cNvPr id="15" name="Image 13" descr="preencoded.png"/>
          <p:cNvPicPr>
            <a:picLocks noChangeAspect="1"/>
          </p:cNvPicPr>
          <p:nvPr/>
        </p:nvPicPr>
        <p:blipFill>
          <a:blip r:embed="rId11">
            <a:duotone>
              <a:prstClr val="black"/>
              <a:schemeClr val="accent2">
                <a:tint val="45000"/>
                <a:satMod val="400000"/>
              </a:schemeClr>
            </a:duotone>
          </a:blip>
          <a:stretch>
            <a:fillRect/>
          </a:stretch>
        </p:blipFill>
        <p:spPr>
          <a:xfrm>
            <a:off x="533400" y="3947160"/>
            <a:ext cx="476250" cy="476250"/>
          </a:xfrm>
          <a:prstGeom prst="rect">
            <a:avLst/>
          </a:prstGeom>
        </p:spPr>
      </p:pic>
      <p:pic>
        <p:nvPicPr>
          <p:cNvPr id="16" name="Image 14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76275" y="4180523"/>
            <a:ext cx="190500" cy="9525"/>
          </a:xfrm>
          <a:prstGeom prst="rect">
            <a:avLst/>
          </a:prstGeom>
        </p:spPr>
      </p:pic>
      <p:pic>
        <p:nvPicPr>
          <p:cNvPr id="17" name="Image 15" descr="preencoded.png"/>
          <p:cNvPicPr>
            <a:picLocks noChangeAspect="1"/>
          </p:cNvPicPr>
          <p:nvPr/>
        </p:nvPicPr>
        <p:blipFill>
          <a:blip r:embed="rId10">
            <a:duotone>
              <a:prstClr val="black"/>
              <a:srgbClr val="D9C3A5">
                <a:tint val="50000"/>
                <a:satMod val="180000"/>
              </a:srgbClr>
            </a:duotone>
          </a:blip>
          <a:stretch>
            <a:fillRect/>
          </a:stretch>
        </p:blipFill>
        <p:spPr>
          <a:xfrm>
            <a:off x="6191250" y="3794760"/>
            <a:ext cx="5619750" cy="1066800"/>
          </a:xfrm>
          <a:prstGeom prst="rect">
            <a:avLst/>
          </a:prstGeom>
        </p:spPr>
      </p:pic>
      <p:pic>
        <p:nvPicPr>
          <p:cNvPr id="18" name="Image 16" descr="preencoded.png"/>
          <p:cNvPicPr>
            <a:picLocks noChangeAspect="1"/>
          </p:cNvPicPr>
          <p:nvPr/>
        </p:nvPicPr>
        <p:blipFill>
          <a:blip r:embed="rId13">
            <a:duotone>
              <a:prstClr val="black"/>
              <a:schemeClr val="accent2">
                <a:tint val="45000"/>
                <a:satMod val="400000"/>
              </a:schemeClr>
            </a:duotone>
          </a:blip>
          <a:stretch>
            <a:fillRect/>
          </a:stretch>
        </p:blipFill>
        <p:spPr>
          <a:xfrm>
            <a:off x="6343650" y="3947160"/>
            <a:ext cx="476250" cy="476250"/>
          </a:xfrm>
          <a:prstGeom prst="rect">
            <a:avLst/>
          </a:prstGeom>
        </p:spPr>
      </p:pic>
      <p:pic>
        <p:nvPicPr>
          <p:cNvPr id="19" name="Image 17" descr="preencoded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6486525" y="4180523"/>
            <a:ext cx="190500" cy="9525"/>
          </a:xfrm>
          <a:prstGeom prst="rect">
            <a:avLst/>
          </a:prstGeom>
        </p:spPr>
      </p:pic>
      <p:pic>
        <p:nvPicPr>
          <p:cNvPr id="20" name="Image 18" descr="preencoded.png"/>
          <p:cNvPicPr>
            <a:picLocks noChangeAspect="1"/>
          </p:cNvPicPr>
          <p:nvPr/>
        </p:nvPicPr>
        <p:blipFill>
          <a:blip r:embed="rId15">
            <a:duotone>
              <a:schemeClr val="accent4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381000" y="5097145"/>
            <a:ext cx="11430000" cy="969010"/>
          </a:xfrm>
          <a:prstGeom prst="rect">
            <a:avLst/>
          </a:prstGeom>
        </p:spPr>
      </p:pic>
      <p:pic>
        <p:nvPicPr>
          <p:cNvPr id="21" name="Image 19" descr="preencoded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495300" y="5452110"/>
            <a:ext cx="142875" cy="266700"/>
          </a:xfrm>
          <a:prstGeom prst="rect">
            <a:avLst/>
          </a:prstGeom>
        </p:spPr>
      </p:pic>
      <p:sp>
        <p:nvSpPr>
          <p:cNvPr id="24" name="Text 1"/>
          <p:cNvSpPr/>
          <p:nvPr/>
        </p:nvSpPr>
        <p:spPr>
          <a:xfrm>
            <a:off x="381000" y="1127760"/>
            <a:ext cx="11811000" cy="538480"/>
          </a:xfrm>
          <a:prstGeom prst="rect">
            <a:avLst/>
          </a:prstGeom>
          <a:noFill/>
        </p:spPr>
        <p:txBody>
          <a:bodyPr vert="horz" wrap="square" lIns="0" tIns="0" rIns="0" bIns="0" rtlCol="0" anchor="t"/>
          <a:lstStyle/>
          <a:p>
            <a:pPr marL="285750" indent="-285750">
              <a:lnSpc>
                <a:spcPts val="2100"/>
              </a:lnSpc>
              <a:buFont typeface="Wingdings" panose="05000000000000000000" charset="0"/>
              <a:buChar char="p"/>
            </a:pPr>
            <a:r>
              <a:rPr lang="en-US" sz="2000" dirty="0">
                <a:solidFill>
                  <a:schemeClr val="tx1"/>
                </a:solidFill>
                <a:latin typeface="Times New Roman" panose="02020603050405020304" charset="0"/>
                <a:ea typeface="ui-sans-serif" pitchFamily="34" charset="-122"/>
                <a:cs typeface="Times New Roman" panose="02020603050405020304" charset="0"/>
              </a:rPr>
              <a:t>Agent interactions introduce new requirements for network infrastructures, </a:t>
            </a:r>
            <a:r>
              <a:rPr lang="en-US" sz="2000" b="1" dirty="0">
                <a:solidFill>
                  <a:schemeClr val="tx1"/>
                </a:solidFill>
                <a:latin typeface="Times New Roman" panose="02020603050405020304" charset="0"/>
                <a:ea typeface="ui-sans-serif" pitchFamily="34" charset="-122"/>
                <a:cs typeface="Times New Roman" panose="02020603050405020304" charset="0"/>
              </a:rPr>
              <a:t>moving beyond passive connectivity to active support for collaboration</a:t>
            </a:r>
            <a:r>
              <a:rPr lang="en-US" sz="2000" dirty="0">
                <a:solidFill>
                  <a:schemeClr val="tx1"/>
                </a:solidFill>
                <a:latin typeface="Times New Roman" panose="02020603050405020304" charset="0"/>
                <a:ea typeface="ui-sans-serif" pitchFamily="34" charset="-122"/>
                <a:cs typeface="Times New Roman" panose="02020603050405020304" charset="0"/>
              </a:rPr>
              <a:t>.</a:t>
            </a:r>
            <a:endParaRPr lang="en-US" sz="2000" dirty="0">
              <a:solidFill>
                <a:schemeClr val="tx1"/>
              </a:solidFill>
              <a:latin typeface="Times New Roman" panose="02020603050405020304" charset="0"/>
              <a:ea typeface="ui-sans-serif" pitchFamily="34" charset="-122"/>
              <a:cs typeface="Times New Roman" panose="02020603050405020304" charset="0"/>
            </a:endParaRPr>
          </a:p>
        </p:txBody>
      </p:sp>
      <p:sp>
        <p:nvSpPr>
          <p:cNvPr id="25" name="Text 2"/>
          <p:cNvSpPr/>
          <p:nvPr/>
        </p:nvSpPr>
        <p:spPr>
          <a:xfrm>
            <a:off x="1123950" y="1965960"/>
            <a:ext cx="2787551" cy="533400"/>
          </a:xfrm>
          <a:prstGeom prst="rect">
            <a:avLst/>
          </a:prstGeom>
          <a:noFill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b="1" dirty="0">
                <a:solidFill>
                  <a:srgbClr val="1F2937"/>
                </a:solidFill>
                <a:latin typeface="Times New Roman" panose="02020603050405020304" charset="0"/>
                <a:ea typeface="ui-sans-serif" pitchFamily="34" charset="-122"/>
                <a:cs typeface="Times New Roman" panose="02020603050405020304" charset="0"/>
              </a:rPr>
              <a:t>Agent Identity Management</a:t>
            </a:r>
            <a:endParaRPr lang="en-US" b="1" dirty="0">
              <a:solidFill>
                <a:srgbClr val="1F2937"/>
              </a:solidFill>
              <a:latin typeface="Times New Roman" panose="02020603050405020304" charset="0"/>
              <a:ea typeface="ui-sans-serif" pitchFamily="34" charset="-122"/>
              <a:cs typeface="Times New Roman" panose="02020603050405020304" charset="0"/>
            </a:endParaRPr>
          </a:p>
        </p:txBody>
      </p:sp>
      <p:sp>
        <p:nvSpPr>
          <p:cNvPr id="26" name="Text 3"/>
          <p:cNvSpPr/>
          <p:nvPr/>
        </p:nvSpPr>
        <p:spPr>
          <a:xfrm>
            <a:off x="1123950" y="2537460"/>
            <a:ext cx="2787551" cy="914400"/>
          </a:xfrm>
          <a:prstGeom prst="rect">
            <a:avLst/>
          </a:prstGeom>
          <a:noFill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600" dirty="0">
                <a:solidFill>
                  <a:srgbClr val="4B5563"/>
                </a:solidFill>
                <a:latin typeface="Times New Roman" panose="02020603050405020304" charset="0"/>
                <a:ea typeface="ui-sans-serif" pitchFamily="34" charset="-122"/>
                <a:cs typeface="Times New Roman" panose="02020603050405020304" charset="0"/>
              </a:rPr>
              <a:t>Network-visible agent identifiers decoupled from location, enabling consistent recognition across functions.</a:t>
            </a:r>
            <a:endParaRPr lang="en-US" sz="1600" dirty="0">
              <a:solidFill>
                <a:srgbClr val="4B5563"/>
              </a:solidFill>
              <a:latin typeface="Times New Roman" panose="02020603050405020304" charset="0"/>
              <a:ea typeface="ui-sans-serif" pitchFamily="34" charset="-122"/>
              <a:cs typeface="Times New Roman" panose="02020603050405020304" charset="0"/>
            </a:endParaRPr>
          </a:p>
        </p:txBody>
      </p:sp>
      <p:sp>
        <p:nvSpPr>
          <p:cNvPr id="27" name="Text 4"/>
          <p:cNvSpPr/>
          <p:nvPr/>
        </p:nvSpPr>
        <p:spPr>
          <a:xfrm>
            <a:off x="4997351" y="1965960"/>
            <a:ext cx="2787700" cy="533400"/>
          </a:xfrm>
          <a:prstGeom prst="rect">
            <a:avLst/>
          </a:prstGeom>
          <a:noFill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b="1" dirty="0">
                <a:solidFill>
                  <a:srgbClr val="1F2937"/>
                </a:solidFill>
                <a:latin typeface="Times New Roman" panose="02020603050405020304" charset="0"/>
                <a:ea typeface="ui-sans-serif" pitchFamily="34" charset="-122"/>
                <a:cs typeface="Times New Roman" panose="02020603050405020304" charset="0"/>
              </a:rPr>
              <a:t>Capability-aware Communication</a:t>
            </a:r>
            <a:endParaRPr lang="en-US" b="1" dirty="0">
              <a:solidFill>
                <a:srgbClr val="1F2937"/>
              </a:solidFill>
              <a:latin typeface="Times New Roman" panose="02020603050405020304" charset="0"/>
              <a:ea typeface="ui-sans-serif" pitchFamily="34" charset="-122"/>
              <a:cs typeface="Times New Roman" panose="02020603050405020304" charset="0"/>
            </a:endParaRPr>
          </a:p>
        </p:txBody>
      </p:sp>
      <p:sp>
        <p:nvSpPr>
          <p:cNvPr id="28" name="Text 5"/>
          <p:cNvSpPr/>
          <p:nvPr/>
        </p:nvSpPr>
        <p:spPr>
          <a:xfrm>
            <a:off x="4997351" y="2537460"/>
            <a:ext cx="2787700" cy="685800"/>
          </a:xfrm>
          <a:prstGeom prst="rect">
            <a:avLst/>
          </a:prstGeom>
          <a:noFill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600" dirty="0">
                <a:solidFill>
                  <a:srgbClr val="4B5563"/>
                </a:solidFill>
                <a:latin typeface="Times New Roman" panose="02020603050405020304" charset="0"/>
                <a:ea typeface="ui-sans-serif" pitchFamily="34" charset="-122"/>
                <a:cs typeface="Times New Roman" panose="02020603050405020304" charset="0"/>
              </a:rPr>
              <a:t>Communication based on agent capabilities and roles, supporting dynamic role assignment.</a:t>
            </a:r>
            <a:endParaRPr lang="en-US" sz="1600" dirty="0">
              <a:solidFill>
                <a:srgbClr val="4B5563"/>
              </a:solidFill>
              <a:latin typeface="Times New Roman" panose="02020603050405020304" charset="0"/>
              <a:ea typeface="ui-sans-serif" pitchFamily="34" charset="-122"/>
              <a:cs typeface="Times New Roman" panose="02020603050405020304" charset="0"/>
            </a:endParaRPr>
          </a:p>
        </p:txBody>
      </p:sp>
      <p:sp>
        <p:nvSpPr>
          <p:cNvPr id="29" name="Text 6"/>
          <p:cNvSpPr/>
          <p:nvPr/>
        </p:nvSpPr>
        <p:spPr>
          <a:xfrm>
            <a:off x="8870900" y="1965960"/>
            <a:ext cx="3345061" cy="266700"/>
          </a:xfrm>
          <a:prstGeom prst="rect">
            <a:avLst/>
          </a:prstGeom>
          <a:noFill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b="1" dirty="0">
                <a:solidFill>
                  <a:srgbClr val="1F2937"/>
                </a:solidFill>
                <a:latin typeface="Times New Roman" panose="02020603050405020304" charset="0"/>
                <a:ea typeface="ui-sans-serif" pitchFamily="34" charset="-122"/>
                <a:cs typeface="Times New Roman" panose="02020603050405020304" charset="0"/>
              </a:rPr>
              <a:t>Scalable Discovery</a:t>
            </a:r>
            <a:endParaRPr lang="en-US" b="1" dirty="0">
              <a:solidFill>
                <a:srgbClr val="1F2937"/>
              </a:solidFill>
              <a:latin typeface="Times New Roman" panose="02020603050405020304" charset="0"/>
              <a:ea typeface="ui-sans-serif" pitchFamily="34" charset="-122"/>
              <a:cs typeface="Times New Roman" panose="02020603050405020304" charset="0"/>
            </a:endParaRPr>
          </a:p>
        </p:txBody>
      </p:sp>
      <p:sp>
        <p:nvSpPr>
          <p:cNvPr id="30" name="Text 7"/>
          <p:cNvSpPr/>
          <p:nvPr/>
        </p:nvSpPr>
        <p:spPr>
          <a:xfrm>
            <a:off x="8870900" y="2270760"/>
            <a:ext cx="2787551" cy="685800"/>
          </a:xfrm>
          <a:prstGeom prst="rect">
            <a:avLst/>
          </a:prstGeom>
          <a:noFill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600" dirty="0">
                <a:solidFill>
                  <a:srgbClr val="4B5563"/>
                </a:solidFill>
                <a:latin typeface="Times New Roman" panose="02020603050405020304" charset="0"/>
                <a:ea typeface="ui-sans-serif" pitchFamily="34" charset="-122"/>
                <a:cs typeface="Times New Roman" panose="02020603050405020304" charset="0"/>
              </a:rPr>
              <a:t>Discovery across heterogeneous platforms, adapting to dynamic agent populations.</a:t>
            </a:r>
            <a:endParaRPr lang="en-US" sz="1600" dirty="0">
              <a:solidFill>
                <a:srgbClr val="4B5563"/>
              </a:solidFill>
              <a:latin typeface="Times New Roman" panose="02020603050405020304" charset="0"/>
              <a:ea typeface="ui-sans-serif" pitchFamily="34" charset="-122"/>
              <a:cs typeface="Times New Roman" panose="02020603050405020304" charset="0"/>
            </a:endParaRPr>
          </a:p>
        </p:txBody>
      </p:sp>
      <p:sp>
        <p:nvSpPr>
          <p:cNvPr id="31" name="Text 8"/>
          <p:cNvSpPr/>
          <p:nvPr/>
        </p:nvSpPr>
        <p:spPr>
          <a:xfrm>
            <a:off x="1123950" y="3947160"/>
            <a:ext cx="5669280" cy="266700"/>
          </a:xfrm>
          <a:prstGeom prst="rect">
            <a:avLst/>
          </a:prstGeom>
          <a:noFill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b="1" dirty="0">
                <a:solidFill>
                  <a:srgbClr val="1F2937"/>
                </a:solidFill>
                <a:latin typeface="Times New Roman" panose="02020603050405020304" charset="0"/>
                <a:ea typeface="ui-sans-serif" pitchFamily="34" charset="-122"/>
                <a:cs typeface="Times New Roman" panose="02020603050405020304" charset="0"/>
              </a:rPr>
              <a:t>Cross-domain Collaboration</a:t>
            </a:r>
            <a:endParaRPr lang="en-US" b="1" dirty="0">
              <a:solidFill>
                <a:srgbClr val="1F2937"/>
              </a:solidFill>
              <a:latin typeface="Times New Roman" panose="02020603050405020304" charset="0"/>
              <a:ea typeface="ui-sans-serif" pitchFamily="34" charset="-122"/>
              <a:cs typeface="Times New Roman" panose="02020603050405020304" charset="0"/>
            </a:endParaRPr>
          </a:p>
        </p:txBody>
      </p:sp>
      <p:sp>
        <p:nvSpPr>
          <p:cNvPr id="32" name="Text 9"/>
          <p:cNvSpPr/>
          <p:nvPr/>
        </p:nvSpPr>
        <p:spPr>
          <a:xfrm>
            <a:off x="1123950" y="4251960"/>
            <a:ext cx="4724400" cy="457200"/>
          </a:xfrm>
          <a:prstGeom prst="rect">
            <a:avLst/>
          </a:prstGeom>
          <a:noFill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600" dirty="0">
                <a:solidFill>
                  <a:srgbClr val="4B5563"/>
                </a:solidFill>
                <a:latin typeface="Times New Roman" panose="02020603050405020304" charset="0"/>
                <a:ea typeface="ui-sans-serif" pitchFamily="34" charset="-122"/>
                <a:cs typeface="Times New Roman" panose="02020603050405020304" charset="0"/>
              </a:rPr>
              <a:t>Support for collaboration across domains with policy and trust constraints.</a:t>
            </a:r>
            <a:endParaRPr lang="en-US" sz="1600" dirty="0">
              <a:solidFill>
                <a:srgbClr val="4B5563"/>
              </a:solidFill>
              <a:latin typeface="Times New Roman" panose="02020603050405020304" charset="0"/>
              <a:ea typeface="ui-sans-serif" pitchFamily="34" charset="-122"/>
              <a:cs typeface="Times New Roman" panose="02020603050405020304" charset="0"/>
            </a:endParaRPr>
          </a:p>
        </p:txBody>
      </p:sp>
      <p:sp>
        <p:nvSpPr>
          <p:cNvPr id="33" name="Text 10"/>
          <p:cNvSpPr/>
          <p:nvPr/>
        </p:nvSpPr>
        <p:spPr>
          <a:xfrm>
            <a:off x="6934200" y="3947160"/>
            <a:ext cx="4724400" cy="266700"/>
          </a:xfrm>
          <a:prstGeom prst="rect">
            <a:avLst/>
          </a:prstGeom>
          <a:noFill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b="1" dirty="0">
                <a:solidFill>
                  <a:srgbClr val="1F2937"/>
                </a:solidFill>
                <a:latin typeface="Times New Roman" panose="02020603050405020304" charset="0"/>
                <a:ea typeface="ui-sans-serif" pitchFamily="34" charset="-122"/>
                <a:cs typeface="Times New Roman" panose="02020603050405020304" charset="0"/>
              </a:rPr>
              <a:t>Adaptive Routing</a:t>
            </a:r>
            <a:endParaRPr lang="en-US" b="1" dirty="0">
              <a:solidFill>
                <a:srgbClr val="1F2937"/>
              </a:solidFill>
              <a:latin typeface="Times New Roman" panose="02020603050405020304" charset="0"/>
              <a:ea typeface="ui-sans-serif" pitchFamily="34" charset="-122"/>
              <a:cs typeface="Times New Roman" panose="02020603050405020304" charset="0"/>
            </a:endParaRPr>
          </a:p>
        </p:txBody>
      </p:sp>
      <p:sp>
        <p:nvSpPr>
          <p:cNvPr id="34" name="Text 11"/>
          <p:cNvSpPr/>
          <p:nvPr/>
        </p:nvSpPr>
        <p:spPr>
          <a:xfrm>
            <a:off x="6934200" y="4251960"/>
            <a:ext cx="4724400" cy="457200"/>
          </a:xfrm>
          <a:prstGeom prst="rect">
            <a:avLst/>
          </a:prstGeom>
          <a:noFill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600" dirty="0">
                <a:solidFill>
                  <a:srgbClr val="4B5563"/>
                </a:solidFill>
                <a:latin typeface="Times New Roman" panose="02020603050405020304" charset="0"/>
                <a:ea typeface="ui-sans-serif" pitchFamily="34" charset="-122"/>
                <a:cs typeface="Times New Roman" panose="02020603050405020304" charset="0"/>
              </a:rPr>
              <a:t>Routing decisions considering agent capabilities and collaboration context.</a:t>
            </a:r>
            <a:endParaRPr lang="en-US" sz="1600" dirty="0">
              <a:solidFill>
                <a:srgbClr val="4B5563"/>
              </a:solidFill>
              <a:latin typeface="Times New Roman" panose="02020603050405020304" charset="0"/>
              <a:ea typeface="ui-sans-serif" pitchFamily="34" charset="-122"/>
              <a:cs typeface="Times New Roman" panose="02020603050405020304" charset="0"/>
            </a:endParaRPr>
          </a:p>
        </p:txBody>
      </p:sp>
      <p:sp>
        <p:nvSpPr>
          <p:cNvPr id="35" name="Text 12"/>
          <p:cNvSpPr/>
          <p:nvPr/>
        </p:nvSpPr>
        <p:spPr>
          <a:xfrm>
            <a:off x="714375" y="5356860"/>
            <a:ext cx="10982325" cy="457200"/>
          </a:xfrm>
          <a:prstGeom prst="rect">
            <a:avLst/>
          </a:prstGeom>
          <a:noFill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b="1" dirty="0">
                <a:solidFill>
                  <a:srgbClr val="374151"/>
                </a:solidFill>
                <a:latin typeface="Times New Roman" panose="02020603050405020304" charset="0"/>
                <a:ea typeface="ui-sans-serif" pitchFamily="34" charset="-122"/>
                <a:cs typeface="Times New Roman" panose="02020603050405020304" charset="0"/>
              </a:rPr>
              <a:t>Key insight:</a:t>
            </a:r>
            <a:r>
              <a:rPr lang="en-US" dirty="0">
                <a:solidFill>
                  <a:srgbClr val="374151"/>
                </a:solidFill>
                <a:latin typeface="Times New Roman" panose="02020603050405020304" charset="0"/>
                <a:ea typeface="ui-sans-serif" pitchFamily="34" charset="-122"/>
                <a:cs typeface="Times New Roman" panose="02020603050405020304" charset="0"/>
              </a:rPr>
              <a:t> Future networks must support dynamic multi-agent collaboration by elevating key collaboration functions into the network infrastructure.</a:t>
            </a:r>
            <a:endParaRPr lang="en-US" dirty="0">
              <a:solidFill>
                <a:srgbClr val="374151"/>
              </a:solidFill>
              <a:latin typeface="Times New Roman" panose="02020603050405020304" charset="0"/>
              <a:ea typeface="ui-sans-serif" pitchFamily="34" charset="-122"/>
              <a:cs typeface="Times New Roman" panose="02020603050405020304" charset="0"/>
            </a:endParaRPr>
          </a:p>
        </p:txBody>
      </p:sp>
      <p:sp>
        <p:nvSpPr>
          <p:cNvPr id="41" name="Text 0"/>
          <p:cNvSpPr/>
          <p:nvPr/>
        </p:nvSpPr>
        <p:spPr>
          <a:xfrm>
            <a:off x="609600" y="6494780"/>
            <a:ext cx="2267585" cy="190500"/>
          </a:xfrm>
          <a:prstGeom prst="rect">
            <a:avLst/>
          </a:prstGeom>
          <a:noFill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b="1" kern="0" spc="42" dirty="0">
                <a:solidFill>
                  <a:srgbClr val="0F766E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DMSC WORKING GROUP</a:t>
            </a:r>
            <a:endParaRPr lang="en-US" sz="1050" dirty="0"/>
          </a:p>
        </p:txBody>
      </p:sp>
    </p:spTree>
  </p:cSld>
  <p:clrMapOvr>
    <a:masterClrMapping/>
  </p:clrMapOvr>
  <p:transition spd="med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/>
          <p:cNvSpPr>
            <a:spLocks noGrp="1"/>
          </p:cNvSpPr>
          <p:nvPr>
            <p:ph type="title"/>
          </p:nvPr>
        </p:nvSpPr>
        <p:spPr>
          <a:xfrm>
            <a:off x="341630" y="249555"/>
            <a:ext cx="7411720" cy="466725"/>
          </a:xfrm>
        </p:spPr>
        <p:txBody>
          <a:bodyPr>
            <a:normAutofit fontScale="90000"/>
          </a:bodyPr>
          <a:lstStyle/>
          <a:p>
            <a:r>
              <a:rPr lang="en-US" altLang="zh-CN"/>
              <a:t>DMSC Infrastructure Architecture Overview</a:t>
            </a:r>
            <a:endParaRPr lang="en-US" altLang="zh-CN"/>
          </a:p>
        </p:txBody>
      </p:sp>
      <p:pic>
        <p:nvPicPr>
          <p:cNvPr id="5" name="Image 3" descr="preencoded.png"/>
          <p:cNvPicPr>
            <a:picLocks noChangeAspect="1"/>
          </p:cNvPicPr>
          <p:nvPr/>
        </p:nvPicPr>
        <p:blipFill>
          <a:blip r:embed="rId1">
            <a:duotone>
              <a:schemeClr val="accent2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381000" y="1836420"/>
            <a:ext cx="5486400" cy="952500"/>
          </a:xfrm>
          <a:prstGeom prst="rect">
            <a:avLst/>
          </a:prstGeom>
        </p:spPr>
      </p:pic>
      <p:pic>
        <p:nvPicPr>
          <p:cNvPr id="6" name="Image 4" descr="preencoded.png"/>
          <p:cNvPicPr>
            <a:picLocks noChangeAspect="1"/>
          </p:cNvPicPr>
          <p:nvPr/>
        </p:nvPicPr>
        <p:blipFill>
          <a:blip r:embed="rId2">
            <a:duotone>
              <a:prstClr val="black"/>
              <a:srgbClr val="D9C3A5">
                <a:tint val="50000"/>
                <a:satMod val="180000"/>
              </a:srgbClr>
            </a:duotone>
          </a:blip>
          <a:stretch>
            <a:fillRect/>
          </a:stretch>
        </p:blipFill>
        <p:spPr>
          <a:xfrm>
            <a:off x="533400" y="1836420"/>
            <a:ext cx="381000" cy="381000"/>
          </a:xfrm>
          <a:prstGeom prst="rect">
            <a:avLst/>
          </a:prstGeom>
        </p:spPr>
      </p:pic>
      <p:pic>
        <p:nvPicPr>
          <p:cNvPr id="7" name="Image 5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4838" y="2022158"/>
            <a:ext cx="238125" cy="9525"/>
          </a:xfrm>
          <a:prstGeom prst="rect">
            <a:avLst/>
          </a:prstGeom>
        </p:spPr>
      </p:pic>
      <p:pic>
        <p:nvPicPr>
          <p:cNvPr id="8" name="Image 6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5800" y="2284095"/>
            <a:ext cx="152400" cy="152400"/>
          </a:xfrm>
          <a:prstGeom prst="rect">
            <a:avLst/>
          </a:prstGeom>
        </p:spPr>
      </p:pic>
      <p:pic>
        <p:nvPicPr>
          <p:cNvPr id="9" name="Image 7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5800" y="2550795"/>
            <a:ext cx="152400" cy="152400"/>
          </a:xfrm>
          <a:prstGeom prst="rect">
            <a:avLst/>
          </a:prstGeom>
        </p:spPr>
      </p:pic>
      <p:pic>
        <p:nvPicPr>
          <p:cNvPr id="10" name="Image 8" descr="preencoded.png"/>
          <p:cNvPicPr>
            <a:picLocks noChangeAspect="1"/>
          </p:cNvPicPr>
          <p:nvPr/>
        </p:nvPicPr>
        <p:blipFill>
          <a:blip r:embed="rId5">
            <a:duotone>
              <a:schemeClr val="accent2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381000" y="2903220"/>
            <a:ext cx="5486400" cy="952500"/>
          </a:xfrm>
          <a:prstGeom prst="rect">
            <a:avLst/>
          </a:prstGeom>
        </p:spPr>
      </p:pic>
      <p:pic>
        <p:nvPicPr>
          <p:cNvPr id="11" name="Image 9" descr="preencoded.png"/>
          <p:cNvPicPr>
            <a:picLocks noChangeAspect="1"/>
          </p:cNvPicPr>
          <p:nvPr/>
        </p:nvPicPr>
        <p:blipFill>
          <a:blip r:embed="rId6">
            <a:duotone>
              <a:schemeClr val="accent2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533400" y="2903220"/>
            <a:ext cx="381000" cy="381000"/>
          </a:xfrm>
          <a:prstGeom prst="rect">
            <a:avLst/>
          </a:prstGeom>
        </p:spPr>
      </p:pic>
      <p:pic>
        <p:nvPicPr>
          <p:cNvPr id="12" name="Image 10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04838" y="3088958"/>
            <a:ext cx="238125" cy="9525"/>
          </a:xfrm>
          <a:prstGeom prst="rect">
            <a:avLst/>
          </a:prstGeom>
        </p:spPr>
      </p:pic>
      <p:pic>
        <p:nvPicPr>
          <p:cNvPr id="13" name="Image 1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5800" y="3350895"/>
            <a:ext cx="152400" cy="152400"/>
          </a:xfrm>
          <a:prstGeom prst="rect">
            <a:avLst/>
          </a:prstGeom>
        </p:spPr>
      </p:pic>
      <p:pic>
        <p:nvPicPr>
          <p:cNvPr id="14" name="Image 1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5800" y="3617595"/>
            <a:ext cx="152400" cy="152400"/>
          </a:xfrm>
          <a:prstGeom prst="rect">
            <a:avLst/>
          </a:prstGeom>
        </p:spPr>
      </p:pic>
      <p:pic>
        <p:nvPicPr>
          <p:cNvPr id="15" name="Image 13" descr="preencoded.png"/>
          <p:cNvPicPr>
            <a:picLocks noChangeAspect="1"/>
          </p:cNvPicPr>
          <p:nvPr/>
        </p:nvPicPr>
        <p:blipFill>
          <a:blip r:embed="rId8">
            <a:duotone>
              <a:schemeClr val="accent2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381000" y="3970020"/>
            <a:ext cx="5486400" cy="952500"/>
          </a:xfrm>
          <a:prstGeom prst="rect">
            <a:avLst/>
          </a:prstGeom>
        </p:spPr>
      </p:pic>
      <p:pic>
        <p:nvPicPr>
          <p:cNvPr id="16" name="Image 14" descr="preencoded.png"/>
          <p:cNvPicPr>
            <a:picLocks noChangeAspect="1"/>
          </p:cNvPicPr>
          <p:nvPr/>
        </p:nvPicPr>
        <p:blipFill>
          <a:blip r:embed="rId9">
            <a:duotone>
              <a:schemeClr val="accent2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533400" y="3970020"/>
            <a:ext cx="381000" cy="381000"/>
          </a:xfrm>
          <a:prstGeom prst="rect">
            <a:avLst/>
          </a:prstGeom>
        </p:spPr>
      </p:pic>
      <p:pic>
        <p:nvPicPr>
          <p:cNvPr id="17" name="Image 15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28650" y="4155758"/>
            <a:ext cx="190500" cy="9525"/>
          </a:xfrm>
          <a:prstGeom prst="rect">
            <a:avLst/>
          </a:prstGeom>
        </p:spPr>
      </p:pic>
      <p:pic>
        <p:nvPicPr>
          <p:cNvPr id="18" name="Image 16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5800" y="4417695"/>
            <a:ext cx="152400" cy="152400"/>
          </a:xfrm>
          <a:prstGeom prst="rect">
            <a:avLst/>
          </a:prstGeom>
        </p:spPr>
      </p:pic>
      <p:pic>
        <p:nvPicPr>
          <p:cNvPr id="19" name="Image 17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5800" y="4684395"/>
            <a:ext cx="152400" cy="152400"/>
          </a:xfrm>
          <a:prstGeom prst="rect">
            <a:avLst/>
          </a:prstGeom>
        </p:spPr>
      </p:pic>
      <p:pic>
        <p:nvPicPr>
          <p:cNvPr id="20" name="Image 18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81000" y="5036820"/>
            <a:ext cx="5486400" cy="990600"/>
          </a:xfrm>
          <a:prstGeom prst="rect">
            <a:avLst/>
          </a:prstGeom>
        </p:spPr>
      </p:pic>
      <p:pic>
        <p:nvPicPr>
          <p:cNvPr id="21" name="Image 19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495300" y="5196840"/>
            <a:ext cx="381000" cy="381000"/>
          </a:xfrm>
          <a:prstGeom prst="rect">
            <a:avLst/>
          </a:prstGeom>
        </p:spPr>
      </p:pic>
      <p:pic>
        <p:nvPicPr>
          <p:cNvPr id="22" name="Image 20" descr="preencoded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576263" y="5382578"/>
            <a:ext cx="219075" cy="9525"/>
          </a:xfrm>
          <a:prstGeom prst="rect">
            <a:avLst/>
          </a:prstGeom>
        </p:spPr>
      </p:pic>
      <p:pic>
        <p:nvPicPr>
          <p:cNvPr id="23" name="Image 21" descr="preencoded.png"/>
          <p:cNvPicPr>
            <a:picLocks noChangeAspect="1"/>
          </p:cNvPicPr>
          <p:nvPr/>
        </p:nvPicPr>
        <p:blipFill>
          <a:blip r:embed="rId14">
            <a:duotone>
              <a:prstClr val="black"/>
              <a:srgbClr val="D9C3A5">
                <a:tint val="50000"/>
                <a:satMod val="180000"/>
              </a:srgbClr>
            </a:duotone>
          </a:blip>
          <a:stretch>
            <a:fillRect/>
          </a:stretch>
        </p:blipFill>
        <p:spPr>
          <a:xfrm>
            <a:off x="6096000" y="1175385"/>
            <a:ext cx="5715000" cy="3895725"/>
          </a:xfrm>
          <a:prstGeom prst="rect">
            <a:avLst/>
          </a:prstGeom>
        </p:spPr>
      </p:pic>
      <p:pic>
        <p:nvPicPr>
          <p:cNvPr id="25" name="Image 23" descr="preencoded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6096000" y="5012055"/>
            <a:ext cx="5715000" cy="952500"/>
          </a:xfrm>
          <a:prstGeom prst="rect">
            <a:avLst/>
          </a:prstGeom>
        </p:spPr>
      </p:pic>
      <p:pic>
        <p:nvPicPr>
          <p:cNvPr id="26" name="Image 24" descr="preencoded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6210300" y="5606415"/>
            <a:ext cx="190500" cy="152400"/>
          </a:xfrm>
          <a:prstGeom prst="rect">
            <a:avLst/>
          </a:prstGeom>
        </p:spPr>
      </p:pic>
      <p:pic>
        <p:nvPicPr>
          <p:cNvPr id="27" name="Image 25" descr="preencoded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8991600" y="5629275"/>
            <a:ext cx="152400" cy="152400"/>
          </a:xfrm>
          <a:prstGeom prst="rect">
            <a:avLst/>
          </a:prstGeom>
        </p:spPr>
      </p:pic>
      <p:sp>
        <p:nvSpPr>
          <p:cNvPr id="30" name="Text 1"/>
          <p:cNvSpPr/>
          <p:nvPr/>
        </p:nvSpPr>
        <p:spPr>
          <a:xfrm>
            <a:off x="381000" y="1181100"/>
            <a:ext cx="5715000" cy="457200"/>
          </a:xfrm>
          <a:prstGeom prst="rect">
            <a:avLst/>
          </a:prstGeom>
          <a:noFill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900" dirty="0">
                <a:solidFill>
                  <a:srgbClr val="374151"/>
                </a:solidFill>
                <a:latin typeface="Times New Roman" panose="02020603050405020304" charset="0"/>
                <a:ea typeface="ui-sans-serif" pitchFamily="34" charset="-122"/>
                <a:cs typeface="Times New Roman" panose="02020603050405020304" charset="0"/>
              </a:rPr>
              <a:t>The DMSC architecture organizes network infrastructure into three logical layers:</a:t>
            </a:r>
            <a:endParaRPr lang="en-US" sz="1900" dirty="0">
              <a:solidFill>
                <a:srgbClr val="374151"/>
              </a:solidFill>
              <a:latin typeface="Times New Roman" panose="02020603050405020304" charset="0"/>
              <a:ea typeface="ui-sans-serif" pitchFamily="34" charset="-122"/>
              <a:cs typeface="Times New Roman" panose="02020603050405020304" charset="0"/>
            </a:endParaRPr>
          </a:p>
        </p:txBody>
      </p:sp>
      <p:sp>
        <p:nvSpPr>
          <p:cNvPr id="31" name="Text 2"/>
          <p:cNvSpPr/>
          <p:nvPr/>
        </p:nvSpPr>
        <p:spPr>
          <a:xfrm>
            <a:off x="1028700" y="1893570"/>
            <a:ext cx="2480310" cy="266700"/>
          </a:xfrm>
          <a:prstGeom prst="rect">
            <a:avLst/>
          </a:prstGeom>
          <a:noFill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2000" b="1" dirty="0">
                <a:solidFill>
                  <a:srgbClr val="1F2937"/>
                </a:solidFill>
                <a:latin typeface="Times New Roman" panose="02020603050405020304" charset="0"/>
                <a:ea typeface="ui-sans-serif" pitchFamily="34" charset="-122"/>
                <a:cs typeface="Times New Roman" panose="02020603050405020304" charset="0"/>
              </a:rPr>
              <a:t>Management Plane</a:t>
            </a:r>
            <a:endParaRPr lang="en-US" sz="2000" b="1" dirty="0">
              <a:solidFill>
                <a:srgbClr val="1F2937"/>
              </a:solidFill>
              <a:latin typeface="Times New Roman" panose="02020603050405020304" charset="0"/>
              <a:ea typeface="ui-sans-serif" pitchFamily="34" charset="-122"/>
              <a:cs typeface="Times New Roman" panose="02020603050405020304" charset="0"/>
            </a:endParaRPr>
          </a:p>
        </p:txBody>
      </p:sp>
      <p:sp>
        <p:nvSpPr>
          <p:cNvPr id="32" name="Text 3"/>
          <p:cNvSpPr/>
          <p:nvPr/>
        </p:nvSpPr>
        <p:spPr>
          <a:xfrm>
            <a:off x="723900" y="2255520"/>
            <a:ext cx="5372100" cy="228600"/>
          </a:xfrm>
          <a:prstGeom prst="rect">
            <a:avLst/>
          </a:prstGeom>
          <a:noFill/>
        </p:spPr>
        <p:txBody>
          <a:bodyPr vert="horz" wrap="square" lIns="0" tIns="0" rIns="0" bIns="0" rtlCol="0" anchor="t"/>
          <a:lstStyle/>
          <a:p>
            <a:pPr marL="342900" indent="-342900" algn="l">
              <a:lnSpc>
                <a:spcPts val="1800"/>
              </a:lnSpc>
              <a:buSzPct val="100000"/>
              <a:buChar char="•"/>
            </a:pPr>
            <a:r>
              <a:rPr lang="en-US" dirty="0">
                <a:solidFill>
                  <a:srgbClr val="4B5563"/>
                </a:solidFill>
                <a:latin typeface="Times New Roman" panose="02020603050405020304" charset="0"/>
                <a:ea typeface="ui-sans-serif" pitchFamily="34" charset="-122"/>
                <a:cs typeface="Times New Roman" panose="02020603050405020304" charset="0"/>
              </a:rPr>
              <a:t>Governs policies and trust</a:t>
            </a:r>
            <a:endParaRPr lang="en-US" dirty="0">
              <a:solidFill>
                <a:srgbClr val="4B5563"/>
              </a:solidFill>
              <a:latin typeface="Times New Roman" panose="02020603050405020304" charset="0"/>
              <a:ea typeface="ui-sans-serif" pitchFamily="34" charset="-122"/>
              <a:cs typeface="Times New Roman" panose="02020603050405020304" charset="0"/>
            </a:endParaRPr>
          </a:p>
        </p:txBody>
      </p:sp>
      <p:sp>
        <p:nvSpPr>
          <p:cNvPr id="33" name="Text 4"/>
          <p:cNvSpPr/>
          <p:nvPr/>
        </p:nvSpPr>
        <p:spPr>
          <a:xfrm>
            <a:off x="723900" y="2522220"/>
            <a:ext cx="4669790" cy="228600"/>
          </a:xfrm>
          <a:prstGeom prst="rect">
            <a:avLst/>
          </a:prstGeom>
          <a:noFill/>
        </p:spPr>
        <p:txBody>
          <a:bodyPr vert="horz" wrap="square" lIns="0" tIns="0" rIns="0" bIns="0" rtlCol="0" anchor="t"/>
          <a:lstStyle/>
          <a:p>
            <a:pPr marL="342900" indent="-342900" algn="l">
              <a:lnSpc>
                <a:spcPts val="1800"/>
              </a:lnSpc>
              <a:buSzPct val="100000"/>
              <a:buChar char="•"/>
            </a:pPr>
            <a:r>
              <a:rPr lang="en-US" dirty="0">
                <a:solidFill>
                  <a:srgbClr val="4B5563"/>
                </a:solidFill>
                <a:latin typeface="Times New Roman" panose="02020603050405020304" charset="0"/>
                <a:ea typeface="ui-sans-serif" pitchFamily="34" charset="-122"/>
                <a:cs typeface="Times New Roman" panose="02020603050405020304" charset="0"/>
              </a:rPr>
              <a:t>Manages lifecycle and authentication</a:t>
            </a:r>
            <a:endParaRPr lang="en-US" dirty="0">
              <a:solidFill>
                <a:srgbClr val="4B5563"/>
              </a:solidFill>
              <a:latin typeface="Times New Roman" panose="02020603050405020304" charset="0"/>
              <a:ea typeface="ui-sans-serif" pitchFamily="34" charset="-122"/>
              <a:cs typeface="Times New Roman" panose="02020603050405020304" charset="0"/>
            </a:endParaRPr>
          </a:p>
        </p:txBody>
      </p:sp>
      <p:sp>
        <p:nvSpPr>
          <p:cNvPr id="34" name="Text 5"/>
          <p:cNvSpPr/>
          <p:nvPr/>
        </p:nvSpPr>
        <p:spPr>
          <a:xfrm>
            <a:off x="1028700" y="2960370"/>
            <a:ext cx="1742539" cy="266700"/>
          </a:xfrm>
          <a:prstGeom prst="rect">
            <a:avLst/>
          </a:prstGeom>
          <a:noFill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2000" b="1" dirty="0">
                <a:solidFill>
                  <a:srgbClr val="1F2937"/>
                </a:solidFill>
                <a:latin typeface="Times New Roman" panose="02020603050405020304" charset="0"/>
                <a:ea typeface="ui-sans-serif" pitchFamily="34" charset="-122"/>
                <a:cs typeface="Times New Roman" panose="02020603050405020304" charset="0"/>
              </a:rPr>
              <a:t>Control Plane</a:t>
            </a:r>
            <a:endParaRPr lang="en-US" sz="2000" b="1" dirty="0">
              <a:solidFill>
                <a:srgbClr val="1F2937"/>
              </a:solidFill>
              <a:latin typeface="Times New Roman" panose="02020603050405020304" charset="0"/>
              <a:ea typeface="ui-sans-serif" pitchFamily="34" charset="-122"/>
              <a:cs typeface="Times New Roman" panose="02020603050405020304" charset="0"/>
            </a:endParaRPr>
          </a:p>
        </p:txBody>
      </p:sp>
      <p:sp>
        <p:nvSpPr>
          <p:cNvPr id="35" name="Text 6"/>
          <p:cNvSpPr/>
          <p:nvPr/>
        </p:nvSpPr>
        <p:spPr>
          <a:xfrm>
            <a:off x="723900" y="3322320"/>
            <a:ext cx="6446520" cy="228600"/>
          </a:xfrm>
          <a:prstGeom prst="rect">
            <a:avLst/>
          </a:prstGeom>
          <a:noFill/>
        </p:spPr>
        <p:txBody>
          <a:bodyPr vert="horz" wrap="square" lIns="0" tIns="0" rIns="0" bIns="0" rtlCol="0" anchor="t"/>
          <a:lstStyle/>
          <a:p>
            <a:pPr marL="342900" indent="-342900" algn="l">
              <a:lnSpc>
                <a:spcPts val="1800"/>
              </a:lnSpc>
              <a:buSzPct val="100000"/>
              <a:buChar char="•"/>
            </a:pPr>
            <a:r>
              <a:rPr lang="en-US" dirty="0">
                <a:solidFill>
                  <a:srgbClr val="4B5563"/>
                </a:solidFill>
                <a:latin typeface="Times New Roman" panose="02020603050405020304" charset="0"/>
                <a:ea typeface="ui-sans-serif" pitchFamily="34" charset="-122"/>
                <a:cs typeface="Times New Roman" panose="02020603050405020304" charset="0"/>
              </a:rPr>
              <a:t>Manages agent identity and discovery</a:t>
            </a:r>
            <a:endParaRPr lang="en-US" dirty="0">
              <a:solidFill>
                <a:srgbClr val="4B5563"/>
              </a:solidFill>
              <a:latin typeface="Times New Roman" panose="02020603050405020304" charset="0"/>
              <a:ea typeface="ui-sans-serif" pitchFamily="34" charset="-122"/>
              <a:cs typeface="Times New Roman" panose="02020603050405020304" charset="0"/>
            </a:endParaRPr>
          </a:p>
        </p:txBody>
      </p:sp>
      <p:sp>
        <p:nvSpPr>
          <p:cNvPr id="36" name="Text 7"/>
          <p:cNvSpPr/>
          <p:nvPr/>
        </p:nvSpPr>
        <p:spPr>
          <a:xfrm>
            <a:off x="723900" y="3589020"/>
            <a:ext cx="6446520" cy="228600"/>
          </a:xfrm>
          <a:prstGeom prst="rect">
            <a:avLst/>
          </a:prstGeom>
          <a:noFill/>
        </p:spPr>
        <p:txBody>
          <a:bodyPr vert="horz" wrap="square" lIns="0" tIns="0" rIns="0" bIns="0" rtlCol="0" anchor="t"/>
          <a:lstStyle/>
          <a:p>
            <a:pPr marL="342900" indent="-342900" algn="l">
              <a:lnSpc>
                <a:spcPts val="1800"/>
              </a:lnSpc>
              <a:buSzPct val="100000"/>
              <a:buChar char="•"/>
            </a:pPr>
            <a:r>
              <a:rPr lang="en-US" dirty="0">
                <a:solidFill>
                  <a:srgbClr val="4B5563"/>
                </a:solidFill>
                <a:latin typeface="Times New Roman" panose="02020603050405020304" charset="0"/>
                <a:ea typeface="ui-sans-serif" pitchFamily="34" charset="-122"/>
                <a:cs typeface="Times New Roman" panose="02020603050405020304" charset="0"/>
              </a:rPr>
              <a:t>Handles collaboration context</a:t>
            </a:r>
            <a:endParaRPr lang="en-US" dirty="0">
              <a:solidFill>
                <a:srgbClr val="4B5563"/>
              </a:solidFill>
              <a:latin typeface="Times New Roman" panose="02020603050405020304" charset="0"/>
              <a:ea typeface="ui-sans-serif" pitchFamily="34" charset="-122"/>
              <a:cs typeface="Times New Roman" panose="02020603050405020304" charset="0"/>
            </a:endParaRPr>
          </a:p>
        </p:txBody>
      </p:sp>
      <p:sp>
        <p:nvSpPr>
          <p:cNvPr id="37" name="Text 8"/>
          <p:cNvSpPr/>
          <p:nvPr/>
        </p:nvSpPr>
        <p:spPr>
          <a:xfrm>
            <a:off x="1028700" y="4027170"/>
            <a:ext cx="2260818" cy="266700"/>
          </a:xfrm>
          <a:prstGeom prst="rect">
            <a:avLst/>
          </a:prstGeom>
          <a:noFill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2000" b="1" dirty="0">
                <a:solidFill>
                  <a:srgbClr val="1F2937"/>
                </a:solidFill>
                <a:latin typeface="Times New Roman" panose="02020603050405020304" charset="0"/>
                <a:ea typeface="ui-sans-serif" pitchFamily="34" charset="-122"/>
                <a:cs typeface="Times New Roman" panose="02020603050405020304" charset="0"/>
              </a:rPr>
              <a:t>Forwarding Plane</a:t>
            </a:r>
            <a:endParaRPr lang="en-US" sz="2000" b="1" dirty="0">
              <a:solidFill>
                <a:srgbClr val="1F2937"/>
              </a:solidFill>
              <a:latin typeface="Times New Roman" panose="02020603050405020304" charset="0"/>
              <a:ea typeface="ui-sans-serif" pitchFamily="34" charset="-122"/>
              <a:cs typeface="Times New Roman" panose="02020603050405020304" charset="0"/>
            </a:endParaRPr>
          </a:p>
        </p:txBody>
      </p:sp>
      <p:sp>
        <p:nvSpPr>
          <p:cNvPr id="38" name="Text 9"/>
          <p:cNvSpPr/>
          <p:nvPr/>
        </p:nvSpPr>
        <p:spPr>
          <a:xfrm>
            <a:off x="723900" y="4389120"/>
            <a:ext cx="4881880" cy="228600"/>
          </a:xfrm>
          <a:prstGeom prst="rect">
            <a:avLst/>
          </a:prstGeom>
          <a:noFill/>
        </p:spPr>
        <p:txBody>
          <a:bodyPr vert="horz" wrap="square" lIns="0" tIns="0" rIns="0" bIns="0" rtlCol="0" anchor="t"/>
          <a:lstStyle/>
          <a:p>
            <a:pPr marL="342900" indent="-342900" algn="l">
              <a:lnSpc>
                <a:spcPts val="1800"/>
              </a:lnSpc>
              <a:buSzPct val="100000"/>
              <a:buChar char="•"/>
            </a:pPr>
            <a:r>
              <a:rPr lang="en-US" dirty="0">
                <a:solidFill>
                  <a:srgbClr val="4B5563"/>
                </a:solidFill>
                <a:latin typeface="Times New Roman" panose="02020603050405020304" charset="0"/>
                <a:ea typeface="ui-sans-serif" pitchFamily="34" charset="-122"/>
                <a:cs typeface="Times New Roman" panose="02020603050405020304" charset="0"/>
              </a:rPr>
              <a:t>Supports semantic-aware routing</a:t>
            </a:r>
            <a:endParaRPr lang="en-US" dirty="0">
              <a:solidFill>
                <a:srgbClr val="4B5563"/>
              </a:solidFill>
              <a:latin typeface="Times New Roman" panose="02020603050405020304" charset="0"/>
              <a:ea typeface="ui-sans-serif" pitchFamily="34" charset="-122"/>
              <a:cs typeface="Times New Roman" panose="02020603050405020304" charset="0"/>
            </a:endParaRPr>
          </a:p>
        </p:txBody>
      </p:sp>
      <p:sp>
        <p:nvSpPr>
          <p:cNvPr id="39" name="Text 10"/>
          <p:cNvSpPr/>
          <p:nvPr/>
        </p:nvSpPr>
        <p:spPr>
          <a:xfrm>
            <a:off x="723900" y="4655820"/>
            <a:ext cx="4867910" cy="228600"/>
          </a:xfrm>
          <a:prstGeom prst="rect">
            <a:avLst/>
          </a:prstGeom>
          <a:noFill/>
        </p:spPr>
        <p:txBody>
          <a:bodyPr vert="horz" wrap="square" lIns="0" tIns="0" rIns="0" bIns="0" rtlCol="0" anchor="t"/>
          <a:lstStyle/>
          <a:p>
            <a:pPr marL="342900" indent="-342900" algn="l">
              <a:lnSpc>
                <a:spcPts val="1800"/>
              </a:lnSpc>
              <a:buSzPct val="100000"/>
              <a:buChar char="•"/>
            </a:pPr>
            <a:r>
              <a:rPr lang="en-US" dirty="0">
                <a:solidFill>
                  <a:srgbClr val="4B5563"/>
                </a:solidFill>
                <a:latin typeface="Times New Roman" panose="02020603050405020304" charset="0"/>
                <a:ea typeface="ui-sans-serif" pitchFamily="34" charset="-122"/>
                <a:cs typeface="Times New Roman" panose="02020603050405020304" charset="0"/>
              </a:rPr>
              <a:t>Enables data forwarding for agent interactions</a:t>
            </a:r>
            <a:endParaRPr lang="en-US" dirty="0">
              <a:solidFill>
                <a:srgbClr val="4B5563"/>
              </a:solidFill>
              <a:latin typeface="Times New Roman" panose="02020603050405020304" charset="0"/>
              <a:ea typeface="ui-sans-serif" pitchFamily="34" charset="-122"/>
              <a:cs typeface="Times New Roman" panose="02020603050405020304" charset="0"/>
            </a:endParaRPr>
          </a:p>
        </p:txBody>
      </p:sp>
      <p:sp>
        <p:nvSpPr>
          <p:cNvPr id="40" name="Text 11"/>
          <p:cNvSpPr/>
          <p:nvPr/>
        </p:nvSpPr>
        <p:spPr>
          <a:xfrm>
            <a:off x="990600" y="5253990"/>
            <a:ext cx="4103191" cy="266700"/>
          </a:xfrm>
          <a:prstGeom prst="rect">
            <a:avLst/>
          </a:prstGeom>
          <a:noFill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2000" b="1" dirty="0">
                <a:solidFill>
                  <a:srgbClr val="1F2937"/>
                </a:solidFill>
                <a:latin typeface="Times New Roman" panose="02020603050405020304" charset="0"/>
                <a:ea typeface="ui-sans-serif" pitchFamily="34" charset="-122"/>
                <a:cs typeface="Times New Roman" panose="02020603050405020304" charset="0"/>
              </a:rPr>
              <a:t>Coordination Support Functions</a:t>
            </a:r>
            <a:endParaRPr lang="en-US" sz="2000" b="1" dirty="0">
              <a:solidFill>
                <a:srgbClr val="1F2937"/>
              </a:solidFill>
              <a:latin typeface="Times New Roman" panose="02020603050405020304" charset="0"/>
              <a:ea typeface="ui-sans-serif" pitchFamily="34" charset="-122"/>
              <a:cs typeface="Times New Roman" panose="02020603050405020304" charset="0"/>
            </a:endParaRPr>
          </a:p>
        </p:txBody>
      </p:sp>
      <p:sp>
        <p:nvSpPr>
          <p:cNvPr id="41" name="Text 12"/>
          <p:cNvSpPr/>
          <p:nvPr/>
        </p:nvSpPr>
        <p:spPr>
          <a:xfrm>
            <a:off x="533400" y="5665470"/>
            <a:ext cx="4276725" cy="381000"/>
          </a:xfrm>
          <a:prstGeom prst="rect">
            <a:avLst/>
          </a:prstGeom>
          <a:noFill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600" dirty="0">
                <a:solidFill>
                  <a:srgbClr val="4B5563"/>
                </a:solidFill>
                <a:latin typeface="Times New Roman" panose="02020603050405020304" charset="0"/>
                <a:ea typeface="ui-sans-serif" pitchFamily="34" charset="-122"/>
                <a:cs typeface="Times New Roman" panose="02020603050405020304" charset="0"/>
              </a:rPr>
              <a:t>Provides higher-level abstractions that bridge agent collaboration and network operations.</a:t>
            </a:r>
            <a:endParaRPr lang="en-US" sz="1600" dirty="0">
              <a:solidFill>
                <a:srgbClr val="4B5563"/>
              </a:solidFill>
              <a:latin typeface="Times New Roman" panose="02020603050405020304" charset="0"/>
              <a:ea typeface="ui-sans-serif" pitchFamily="34" charset="-122"/>
              <a:cs typeface="Times New Roman" panose="02020603050405020304" charset="0"/>
            </a:endParaRPr>
          </a:p>
        </p:txBody>
      </p:sp>
      <p:sp>
        <p:nvSpPr>
          <p:cNvPr id="42" name="Text 13"/>
          <p:cNvSpPr/>
          <p:nvPr/>
        </p:nvSpPr>
        <p:spPr>
          <a:xfrm>
            <a:off x="6210300" y="5225415"/>
            <a:ext cx="3327400" cy="266700"/>
          </a:xfrm>
          <a:prstGeom prst="rect">
            <a:avLst/>
          </a:prstGeom>
          <a:noFill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b="1" dirty="0">
                <a:solidFill>
                  <a:srgbClr val="1F2937"/>
                </a:solidFill>
                <a:latin typeface="Times New Roman" panose="02020603050405020304" charset="0"/>
                <a:ea typeface="ui-sans-serif" pitchFamily="34" charset="-122"/>
                <a:cs typeface="Times New Roman" panose="02020603050405020304" charset="0"/>
              </a:rPr>
              <a:t>Key Architecture Principles:</a:t>
            </a:r>
            <a:endParaRPr lang="en-US" b="1" dirty="0">
              <a:solidFill>
                <a:srgbClr val="1F2937"/>
              </a:solidFill>
              <a:latin typeface="Times New Roman" panose="02020603050405020304" charset="0"/>
              <a:ea typeface="ui-sans-serif" pitchFamily="34" charset="-122"/>
              <a:cs typeface="Times New Roman" panose="02020603050405020304" charset="0"/>
            </a:endParaRPr>
          </a:p>
        </p:txBody>
      </p:sp>
      <p:sp>
        <p:nvSpPr>
          <p:cNvPr id="43" name="Text 14"/>
          <p:cNvSpPr/>
          <p:nvPr/>
        </p:nvSpPr>
        <p:spPr>
          <a:xfrm>
            <a:off x="6477000" y="5598795"/>
            <a:ext cx="2438400" cy="381000"/>
          </a:xfrm>
          <a:prstGeom prst="rect">
            <a:avLst/>
          </a:prstGeom>
          <a:noFill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600" dirty="0">
                <a:solidFill>
                  <a:srgbClr val="4B5563"/>
                </a:solidFill>
                <a:latin typeface="Times New Roman" panose="02020603050405020304" charset="0"/>
                <a:ea typeface="ui-sans-serif" pitchFamily="34" charset="-122"/>
                <a:cs typeface="Times New Roman" panose="02020603050405020304" charset="0"/>
              </a:rPr>
              <a:t>Preserves agent autonomy and task-level reasoning</a:t>
            </a:r>
            <a:endParaRPr lang="en-US" sz="1600" dirty="0">
              <a:solidFill>
                <a:srgbClr val="4B5563"/>
              </a:solidFill>
              <a:latin typeface="Times New Roman" panose="02020603050405020304" charset="0"/>
              <a:ea typeface="ui-sans-serif" pitchFamily="34" charset="-122"/>
              <a:cs typeface="Times New Roman" panose="02020603050405020304" charset="0"/>
            </a:endParaRPr>
          </a:p>
        </p:txBody>
      </p:sp>
      <p:sp>
        <p:nvSpPr>
          <p:cNvPr id="44" name="Text 15"/>
          <p:cNvSpPr/>
          <p:nvPr/>
        </p:nvSpPr>
        <p:spPr>
          <a:xfrm>
            <a:off x="9220200" y="5598795"/>
            <a:ext cx="2796540" cy="510540"/>
          </a:xfrm>
          <a:prstGeom prst="rect">
            <a:avLst/>
          </a:prstGeom>
          <a:noFill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600" dirty="0">
                <a:solidFill>
                  <a:srgbClr val="4B5563"/>
                </a:solidFill>
                <a:latin typeface="Times New Roman" panose="02020603050405020304" charset="0"/>
                <a:ea typeface="ui-sans-serif" pitchFamily="34" charset="-122"/>
                <a:cs typeface="Times New Roman" panose="02020603050405020304" charset="0"/>
              </a:rPr>
              <a:t>Network provides generic support without executing agent logic</a:t>
            </a:r>
            <a:endParaRPr lang="en-US" sz="1600" dirty="0">
              <a:solidFill>
                <a:srgbClr val="4B5563"/>
              </a:solidFill>
              <a:latin typeface="Times New Roman" panose="02020603050405020304" charset="0"/>
              <a:ea typeface="ui-sans-serif" pitchFamily="34" charset="-122"/>
              <a:cs typeface="Times New Roman" panose="02020603050405020304" charset="0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6400800" y="1248410"/>
            <a:ext cx="5095240" cy="3668395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95300" y="6522720"/>
            <a:ext cx="2267585" cy="190500"/>
          </a:xfrm>
          <a:prstGeom prst="rect">
            <a:avLst/>
          </a:prstGeom>
          <a:noFill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b="1" kern="0" spc="42" dirty="0">
                <a:solidFill>
                  <a:srgbClr val="0F766E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DMSC WORKING GROUP</a:t>
            </a:r>
            <a:endParaRPr lang="zh-CN" altLang="en-US" sz="1050" b="1" kern="0" spc="42" dirty="0">
              <a:solidFill>
                <a:srgbClr val="0F766E"/>
              </a:solidFill>
              <a:latin typeface="ui-sans-serif" pitchFamily="34" charset="0"/>
              <a:ea typeface="ui-sans-serif" pitchFamily="34" charset="-122"/>
              <a:cs typeface="ui-sans-serif" pitchFamily="34" charset="-120"/>
            </a:endParaRPr>
          </a:p>
        </p:txBody>
      </p:sp>
    </p:spTree>
  </p:cSld>
  <p:clrMapOvr>
    <a:masterClrMapping/>
  </p:clrMapOvr>
  <p:transition spd="med"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/>
          <p:cNvSpPr>
            <a:spLocks noGrp="1"/>
          </p:cNvSpPr>
          <p:nvPr>
            <p:ph type="title"/>
          </p:nvPr>
        </p:nvSpPr>
        <p:spPr>
          <a:xfrm>
            <a:off x="341630" y="249555"/>
            <a:ext cx="7411720" cy="466725"/>
          </a:xfrm>
        </p:spPr>
        <p:txBody>
          <a:bodyPr>
            <a:normAutofit fontScale="90000"/>
          </a:bodyPr>
          <a:lstStyle/>
          <a:p>
            <a:r>
              <a:rPr lang="en-US" altLang="zh-CN"/>
              <a:t>Core Infrastructure Functions</a:t>
            </a:r>
            <a:endParaRPr lang="en-US" altLang="zh-CN"/>
          </a:p>
        </p:txBody>
      </p:sp>
      <p:pic>
        <p:nvPicPr>
          <p:cNvPr id="5" name="Image 3" descr="preencoded.png"/>
          <p:cNvPicPr>
            <a:picLocks noChangeAspect="1"/>
          </p:cNvPicPr>
          <p:nvPr/>
        </p:nvPicPr>
        <p:blipFill>
          <a:blip r:embed="rId1">
            <a:duotone>
              <a:prstClr val="black"/>
              <a:srgbClr val="D9C3A5">
                <a:tint val="50000"/>
                <a:satMod val="180000"/>
              </a:srgbClr>
            </a:duotone>
          </a:blip>
          <a:stretch>
            <a:fillRect/>
          </a:stretch>
        </p:blipFill>
        <p:spPr>
          <a:xfrm>
            <a:off x="381000" y="1325880"/>
            <a:ext cx="3682901" cy="1943100"/>
          </a:xfrm>
          <a:prstGeom prst="rect">
            <a:avLst/>
          </a:prstGeom>
        </p:spPr>
      </p:pic>
      <p:pic>
        <p:nvPicPr>
          <p:cNvPr id="6" name="Image 4" descr="preencoded.png"/>
          <p:cNvPicPr>
            <a:picLocks noChangeAspect="1"/>
          </p:cNvPicPr>
          <p:nvPr/>
        </p:nvPicPr>
        <p:blipFill>
          <a:blip r:embed="rId2">
            <a:duotone>
              <a:schemeClr val="accent2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533400" y="1478280"/>
            <a:ext cx="476250" cy="476250"/>
          </a:xfrm>
          <a:prstGeom prst="rect">
            <a:avLst/>
          </a:prstGeom>
        </p:spPr>
      </p:pic>
      <p:pic>
        <p:nvPicPr>
          <p:cNvPr id="7" name="Image 5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6275" y="1711643"/>
            <a:ext cx="190500" cy="9525"/>
          </a:xfrm>
          <a:prstGeom prst="rect">
            <a:avLst/>
          </a:prstGeom>
        </p:spPr>
      </p:pic>
      <p:pic>
        <p:nvPicPr>
          <p:cNvPr id="8" name="Image 6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3400" y="2106930"/>
            <a:ext cx="152400" cy="152400"/>
          </a:xfrm>
          <a:prstGeom prst="rect">
            <a:avLst/>
          </a:prstGeom>
        </p:spPr>
      </p:pic>
      <p:pic>
        <p:nvPicPr>
          <p:cNvPr id="9" name="Image 7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3400" y="2640330"/>
            <a:ext cx="152400" cy="152400"/>
          </a:xfrm>
          <a:prstGeom prst="rect">
            <a:avLst/>
          </a:prstGeom>
        </p:spPr>
      </p:pic>
      <p:pic>
        <p:nvPicPr>
          <p:cNvPr id="10" name="Image 8" descr="preencoded.png"/>
          <p:cNvPicPr>
            <a:picLocks noChangeAspect="1"/>
          </p:cNvPicPr>
          <p:nvPr/>
        </p:nvPicPr>
        <p:blipFill>
          <a:blip r:embed="rId5">
            <a:duotone>
              <a:prstClr val="black"/>
              <a:srgbClr val="D9C3A5">
                <a:tint val="50000"/>
                <a:satMod val="180000"/>
              </a:srgbClr>
            </a:duotone>
          </a:blip>
          <a:stretch>
            <a:fillRect/>
          </a:stretch>
        </p:blipFill>
        <p:spPr>
          <a:xfrm>
            <a:off x="4254401" y="1325880"/>
            <a:ext cx="3683050" cy="1943100"/>
          </a:xfrm>
          <a:prstGeom prst="rect">
            <a:avLst/>
          </a:prstGeom>
        </p:spPr>
      </p:pic>
      <p:pic>
        <p:nvPicPr>
          <p:cNvPr id="11" name="Image 9" descr="preencoded.png"/>
          <p:cNvPicPr>
            <a:picLocks noChangeAspect="1"/>
          </p:cNvPicPr>
          <p:nvPr/>
        </p:nvPicPr>
        <p:blipFill>
          <a:blip r:embed="rId6">
            <a:duotone>
              <a:schemeClr val="accent2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4406801" y="1506855"/>
            <a:ext cx="414338" cy="476250"/>
          </a:xfrm>
          <a:prstGeom prst="rect">
            <a:avLst/>
          </a:prstGeom>
        </p:spPr>
      </p:pic>
      <p:pic>
        <p:nvPicPr>
          <p:cNvPr id="12" name="Image 10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518720" y="1740218"/>
            <a:ext cx="190500" cy="9525"/>
          </a:xfrm>
          <a:prstGeom prst="rect">
            <a:avLst/>
          </a:prstGeom>
        </p:spPr>
      </p:pic>
      <p:pic>
        <p:nvPicPr>
          <p:cNvPr id="13" name="Image 1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06801" y="2164080"/>
            <a:ext cx="152400" cy="152400"/>
          </a:xfrm>
          <a:prstGeom prst="rect">
            <a:avLst/>
          </a:prstGeom>
        </p:spPr>
      </p:pic>
      <p:pic>
        <p:nvPicPr>
          <p:cNvPr id="14" name="Image 1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06801" y="2697480"/>
            <a:ext cx="152400" cy="152400"/>
          </a:xfrm>
          <a:prstGeom prst="rect">
            <a:avLst/>
          </a:prstGeom>
        </p:spPr>
      </p:pic>
      <p:pic>
        <p:nvPicPr>
          <p:cNvPr id="15" name="Image 13" descr="preencoded.png"/>
          <p:cNvPicPr>
            <a:picLocks noChangeAspect="1"/>
          </p:cNvPicPr>
          <p:nvPr/>
        </p:nvPicPr>
        <p:blipFill>
          <a:blip r:embed="rId8">
            <a:duotone>
              <a:prstClr val="black"/>
              <a:srgbClr val="D9C3A5">
                <a:tint val="50000"/>
                <a:satMod val="180000"/>
              </a:srgbClr>
            </a:duotone>
          </a:blip>
          <a:stretch>
            <a:fillRect/>
          </a:stretch>
        </p:blipFill>
        <p:spPr>
          <a:xfrm>
            <a:off x="8127950" y="1325880"/>
            <a:ext cx="3682901" cy="1943100"/>
          </a:xfrm>
          <a:prstGeom prst="rect">
            <a:avLst/>
          </a:prstGeom>
        </p:spPr>
      </p:pic>
      <p:pic>
        <p:nvPicPr>
          <p:cNvPr id="16" name="Image 14" descr="preencoded.png"/>
          <p:cNvPicPr>
            <a:picLocks noChangeAspect="1"/>
          </p:cNvPicPr>
          <p:nvPr/>
        </p:nvPicPr>
        <p:blipFill>
          <a:blip r:embed="rId9">
            <a:duotone>
              <a:schemeClr val="accent2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8280350" y="1506855"/>
            <a:ext cx="466725" cy="476250"/>
          </a:xfrm>
          <a:prstGeom prst="rect">
            <a:avLst/>
          </a:prstGeom>
        </p:spPr>
      </p:pic>
      <p:pic>
        <p:nvPicPr>
          <p:cNvPr id="17" name="Image 15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418463" y="1740218"/>
            <a:ext cx="190500" cy="9525"/>
          </a:xfrm>
          <a:prstGeom prst="rect">
            <a:avLst/>
          </a:prstGeom>
        </p:spPr>
      </p:pic>
      <p:pic>
        <p:nvPicPr>
          <p:cNvPr id="18" name="Image 16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80350" y="2164080"/>
            <a:ext cx="152400" cy="152400"/>
          </a:xfrm>
          <a:prstGeom prst="rect">
            <a:avLst/>
          </a:prstGeom>
        </p:spPr>
      </p:pic>
      <p:pic>
        <p:nvPicPr>
          <p:cNvPr id="19" name="Image 17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80350" y="2697480"/>
            <a:ext cx="152400" cy="152400"/>
          </a:xfrm>
          <a:prstGeom prst="rect">
            <a:avLst/>
          </a:prstGeom>
        </p:spPr>
      </p:pic>
      <p:pic>
        <p:nvPicPr>
          <p:cNvPr id="20" name="Image 18" descr="preencoded.png"/>
          <p:cNvPicPr>
            <a:picLocks noChangeAspect="1"/>
          </p:cNvPicPr>
          <p:nvPr/>
        </p:nvPicPr>
        <p:blipFill>
          <a:blip r:embed="rId11">
            <a:duotone>
              <a:prstClr val="black"/>
              <a:srgbClr val="D9C3A5">
                <a:tint val="50000"/>
                <a:satMod val="180000"/>
              </a:srgbClr>
            </a:duotone>
          </a:blip>
          <a:stretch>
            <a:fillRect/>
          </a:stretch>
        </p:blipFill>
        <p:spPr>
          <a:xfrm>
            <a:off x="381000" y="3573780"/>
            <a:ext cx="3682901" cy="2038350"/>
          </a:xfrm>
          <a:prstGeom prst="rect">
            <a:avLst/>
          </a:prstGeom>
        </p:spPr>
      </p:pic>
      <p:pic>
        <p:nvPicPr>
          <p:cNvPr id="21" name="Image 19" descr="preencoded.png"/>
          <p:cNvPicPr>
            <a:picLocks noChangeAspect="1"/>
          </p:cNvPicPr>
          <p:nvPr/>
        </p:nvPicPr>
        <p:blipFill>
          <a:blip r:embed="rId12">
            <a:duotone>
              <a:schemeClr val="accent2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533400" y="3726180"/>
            <a:ext cx="476250" cy="476250"/>
          </a:xfrm>
          <a:prstGeom prst="rect">
            <a:avLst/>
          </a:prstGeom>
        </p:spPr>
      </p:pic>
      <p:pic>
        <p:nvPicPr>
          <p:cNvPr id="22" name="Image 20" descr="preencoded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661988" y="3959543"/>
            <a:ext cx="219075" cy="9525"/>
          </a:xfrm>
          <a:prstGeom prst="rect">
            <a:avLst/>
          </a:prstGeom>
        </p:spPr>
      </p:pic>
      <p:pic>
        <p:nvPicPr>
          <p:cNvPr id="23" name="Image 2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3400" y="4354830"/>
            <a:ext cx="152400" cy="152400"/>
          </a:xfrm>
          <a:prstGeom prst="rect">
            <a:avLst/>
          </a:prstGeom>
        </p:spPr>
      </p:pic>
      <p:pic>
        <p:nvPicPr>
          <p:cNvPr id="24" name="Image 2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3400" y="4888230"/>
            <a:ext cx="152400" cy="152400"/>
          </a:xfrm>
          <a:prstGeom prst="rect">
            <a:avLst/>
          </a:prstGeom>
        </p:spPr>
      </p:pic>
      <p:pic>
        <p:nvPicPr>
          <p:cNvPr id="25" name="Image 23" descr="preencoded.png"/>
          <p:cNvPicPr>
            <a:picLocks noChangeAspect="1"/>
          </p:cNvPicPr>
          <p:nvPr/>
        </p:nvPicPr>
        <p:blipFill>
          <a:blip r:embed="rId14">
            <a:duotone>
              <a:prstClr val="black"/>
              <a:srgbClr val="D9C3A5">
                <a:tint val="50000"/>
                <a:satMod val="180000"/>
              </a:srgbClr>
            </a:duotone>
          </a:blip>
          <a:stretch>
            <a:fillRect/>
          </a:stretch>
        </p:blipFill>
        <p:spPr>
          <a:xfrm>
            <a:off x="4254401" y="3573780"/>
            <a:ext cx="3683050" cy="2038350"/>
          </a:xfrm>
          <a:prstGeom prst="rect">
            <a:avLst/>
          </a:prstGeom>
        </p:spPr>
      </p:pic>
      <p:pic>
        <p:nvPicPr>
          <p:cNvPr id="26" name="Image 24" descr="preencoded.png"/>
          <p:cNvPicPr>
            <a:picLocks noChangeAspect="1"/>
          </p:cNvPicPr>
          <p:nvPr/>
        </p:nvPicPr>
        <p:blipFill>
          <a:blip r:embed="rId15">
            <a:duotone>
              <a:schemeClr val="accent2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4406801" y="3726180"/>
            <a:ext cx="476250" cy="476250"/>
          </a:xfrm>
          <a:prstGeom prst="rect">
            <a:avLst/>
          </a:prstGeom>
        </p:spPr>
      </p:pic>
      <p:pic>
        <p:nvPicPr>
          <p:cNvPr id="27" name="Image 25" descr="preencoded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4535388" y="3959543"/>
            <a:ext cx="219075" cy="9525"/>
          </a:xfrm>
          <a:prstGeom prst="rect">
            <a:avLst/>
          </a:prstGeom>
        </p:spPr>
      </p:pic>
      <p:pic>
        <p:nvPicPr>
          <p:cNvPr id="28" name="Image 26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06801" y="4354830"/>
            <a:ext cx="152400" cy="152400"/>
          </a:xfrm>
          <a:prstGeom prst="rect">
            <a:avLst/>
          </a:prstGeom>
        </p:spPr>
      </p:pic>
      <p:pic>
        <p:nvPicPr>
          <p:cNvPr id="29" name="Image 27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06801" y="4880610"/>
            <a:ext cx="152400" cy="152400"/>
          </a:xfrm>
          <a:prstGeom prst="rect">
            <a:avLst/>
          </a:prstGeom>
        </p:spPr>
      </p:pic>
      <p:pic>
        <p:nvPicPr>
          <p:cNvPr id="30" name="Image 28" descr="preencoded.png"/>
          <p:cNvPicPr>
            <a:picLocks noChangeAspect="1"/>
          </p:cNvPicPr>
          <p:nvPr/>
        </p:nvPicPr>
        <p:blipFill>
          <a:blip r:embed="rId17">
            <a:duotone>
              <a:schemeClr val="accent2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8127950" y="3573780"/>
            <a:ext cx="3682901" cy="2038350"/>
          </a:xfrm>
          <a:prstGeom prst="rect">
            <a:avLst/>
          </a:prstGeom>
        </p:spPr>
      </p:pic>
      <p:pic>
        <p:nvPicPr>
          <p:cNvPr id="31" name="Image 29" descr="preencoded.png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8280350" y="3726180"/>
            <a:ext cx="476250" cy="476250"/>
          </a:xfrm>
          <a:prstGeom prst="rect">
            <a:avLst/>
          </a:prstGeom>
        </p:spPr>
      </p:pic>
      <p:pic>
        <p:nvPicPr>
          <p:cNvPr id="32" name="Image 30" descr="preencoded.png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8423225" y="3959543"/>
            <a:ext cx="190500" cy="9525"/>
          </a:xfrm>
          <a:prstGeom prst="rect">
            <a:avLst/>
          </a:prstGeom>
        </p:spPr>
      </p:pic>
      <p:sp>
        <p:nvSpPr>
          <p:cNvPr id="35" name="Text 1"/>
          <p:cNvSpPr/>
          <p:nvPr/>
        </p:nvSpPr>
        <p:spPr>
          <a:xfrm>
            <a:off x="1123950" y="1583055"/>
            <a:ext cx="2568000" cy="266700"/>
          </a:xfrm>
          <a:prstGeom prst="rect">
            <a:avLst/>
          </a:prstGeom>
          <a:noFill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2000" b="1" dirty="0">
                <a:solidFill>
                  <a:srgbClr val="1F2937"/>
                </a:solidFill>
                <a:latin typeface="Times New Roman" panose="02020603050405020304" charset="0"/>
                <a:ea typeface="ui-sans-serif" pitchFamily="34" charset="-122"/>
                <a:cs typeface="Times New Roman" panose="02020603050405020304" charset="0"/>
              </a:rPr>
              <a:t>Agent Identification</a:t>
            </a:r>
            <a:endParaRPr lang="en-US" sz="2000" b="1" dirty="0">
              <a:solidFill>
                <a:srgbClr val="1F2937"/>
              </a:solidFill>
              <a:latin typeface="Times New Roman" panose="02020603050405020304" charset="0"/>
              <a:ea typeface="ui-sans-serif" pitchFamily="34" charset="-122"/>
              <a:cs typeface="Times New Roman" panose="02020603050405020304" charset="0"/>
            </a:endParaRPr>
          </a:p>
        </p:txBody>
      </p:sp>
      <p:sp>
        <p:nvSpPr>
          <p:cNvPr id="36" name="Text 2"/>
          <p:cNvSpPr/>
          <p:nvPr/>
        </p:nvSpPr>
        <p:spPr>
          <a:xfrm>
            <a:off x="762000" y="2068830"/>
            <a:ext cx="3149501" cy="457200"/>
          </a:xfrm>
          <a:prstGeom prst="rect">
            <a:avLst/>
          </a:prstGeom>
          <a:noFill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dirty="0">
                <a:solidFill>
                  <a:srgbClr val="4B5563"/>
                </a:solidFill>
                <a:latin typeface="Times New Roman" panose="02020603050405020304" charset="0"/>
                <a:ea typeface="ui-sans-serif" pitchFamily="34" charset="-122"/>
                <a:cs typeface="Times New Roman" panose="02020603050405020304" charset="0"/>
              </a:rPr>
              <a:t>Network-visible identifiers decoupled from location</a:t>
            </a:r>
            <a:endParaRPr lang="en-US" dirty="0">
              <a:solidFill>
                <a:srgbClr val="4B5563"/>
              </a:solidFill>
              <a:latin typeface="Times New Roman" panose="02020603050405020304" charset="0"/>
              <a:ea typeface="ui-sans-serif" pitchFamily="34" charset="-122"/>
              <a:cs typeface="Times New Roman" panose="02020603050405020304" charset="0"/>
            </a:endParaRPr>
          </a:p>
        </p:txBody>
      </p:sp>
      <p:sp>
        <p:nvSpPr>
          <p:cNvPr id="37" name="Text 3"/>
          <p:cNvSpPr/>
          <p:nvPr/>
        </p:nvSpPr>
        <p:spPr>
          <a:xfrm>
            <a:off x="762000" y="2602230"/>
            <a:ext cx="3149501" cy="457200"/>
          </a:xfrm>
          <a:prstGeom prst="rect">
            <a:avLst/>
          </a:prstGeom>
          <a:noFill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dirty="0">
                <a:solidFill>
                  <a:srgbClr val="4B5563"/>
                </a:solidFill>
                <a:latin typeface="Times New Roman" panose="02020603050405020304" charset="0"/>
                <a:ea typeface="ui-sans-serif" pitchFamily="34" charset="-122"/>
                <a:cs typeface="Times New Roman" panose="02020603050405020304" charset="0"/>
              </a:rPr>
              <a:t>Classification based on capabilities and roles</a:t>
            </a:r>
            <a:endParaRPr lang="en-US" dirty="0">
              <a:solidFill>
                <a:srgbClr val="4B5563"/>
              </a:solidFill>
              <a:latin typeface="Times New Roman" panose="02020603050405020304" charset="0"/>
              <a:ea typeface="ui-sans-serif" pitchFamily="34" charset="-122"/>
              <a:cs typeface="Times New Roman" panose="02020603050405020304" charset="0"/>
            </a:endParaRPr>
          </a:p>
        </p:txBody>
      </p:sp>
      <p:sp>
        <p:nvSpPr>
          <p:cNvPr id="38" name="Text 4"/>
          <p:cNvSpPr/>
          <p:nvPr/>
        </p:nvSpPr>
        <p:spPr>
          <a:xfrm>
            <a:off x="4935438" y="1478280"/>
            <a:ext cx="2849612" cy="533400"/>
          </a:xfrm>
          <a:prstGeom prst="rect">
            <a:avLst/>
          </a:prstGeom>
          <a:noFill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2000" b="1" dirty="0">
                <a:solidFill>
                  <a:srgbClr val="1F2937"/>
                </a:solidFill>
                <a:latin typeface="Times New Roman" panose="02020603050405020304" charset="0"/>
                <a:ea typeface="ui-sans-serif" pitchFamily="34" charset="-122"/>
                <a:cs typeface="Times New Roman" panose="02020603050405020304" charset="0"/>
              </a:rPr>
              <a:t>Infrastructure-Level Discovery</a:t>
            </a:r>
            <a:endParaRPr lang="en-US" sz="2000" b="1" dirty="0">
              <a:solidFill>
                <a:srgbClr val="1F2937"/>
              </a:solidFill>
              <a:latin typeface="Times New Roman" panose="02020603050405020304" charset="0"/>
              <a:ea typeface="ui-sans-serif" pitchFamily="34" charset="-122"/>
              <a:cs typeface="Times New Roman" panose="02020603050405020304" charset="0"/>
            </a:endParaRPr>
          </a:p>
        </p:txBody>
      </p:sp>
      <p:sp>
        <p:nvSpPr>
          <p:cNvPr id="39" name="Text 5"/>
          <p:cNvSpPr/>
          <p:nvPr/>
        </p:nvSpPr>
        <p:spPr>
          <a:xfrm>
            <a:off x="4635401" y="2125980"/>
            <a:ext cx="3149650" cy="457200"/>
          </a:xfrm>
          <a:prstGeom prst="rect">
            <a:avLst/>
          </a:prstGeom>
          <a:noFill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dirty="0">
                <a:solidFill>
                  <a:srgbClr val="4B5563"/>
                </a:solidFill>
                <a:latin typeface="Times New Roman" panose="02020603050405020304" charset="0"/>
                <a:ea typeface="ui-sans-serif" pitchFamily="34" charset="-122"/>
                <a:cs typeface="Times New Roman" panose="02020603050405020304" charset="0"/>
              </a:rPr>
              <a:t>Discovery queries based on capabilities and policies</a:t>
            </a:r>
            <a:endParaRPr lang="en-US" dirty="0">
              <a:solidFill>
                <a:srgbClr val="4B5563"/>
              </a:solidFill>
              <a:latin typeface="Times New Roman" panose="02020603050405020304" charset="0"/>
              <a:ea typeface="ui-sans-serif" pitchFamily="34" charset="-122"/>
              <a:cs typeface="Times New Roman" panose="02020603050405020304" charset="0"/>
            </a:endParaRPr>
          </a:p>
        </p:txBody>
      </p:sp>
      <p:sp>
        <p:nvSpPr>
          <p:cNvPr id="40" name="Text 6"/>
          <p:cNvSpPr/>
          <p:nvPr/>
        </p:nvSpPr>
        <p:spPr>
          <a:xfrm>
            <a:off x="4635401" y="2659380"/>
            <a:ext cx="3149650" cy="457200"/>
          </a:xfrm>
          <a:prstGeom prst="rect">
            <a:avLst/>
          </a:prstGeom>
          <a:noFill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dirty="0">
                <a:solidFill>
                  <a:srgbClr val="4B5563"/>
                </a:solidFill>
                <a:latin typeface="Times New Roman" panose="02020603050405020304" charset="0"/>
                <a:ea typeface="ui-sans-serif" pitchFamily="34" charset="-122"/>
                <a:cs typeface="Times New Roman" panose="02020603050405020304" charset="0"/>
              </a:rPr>
              <a:t>Supports intra-domain and inter-domain contexts</a:t>
            </a:r>
            <a:endParaRPr lang="en-US" dirty="0">
              <a:solidFill>
                <a:srgbClr val="4B5563"/>
              </a:solidFill>
              <a:latin typeface="Times New Roman" panose="02020603050405020304" charset="0"/>
              <a:ea typeface="ui-sans-serif" pitchFamily="34" charset="-122"/>
              <a:cs typeface="Times New Roman" panose="02020603050405020304" charset="0"/>
            </a:endParaRPr>
          </a:p>
        </p:txBody>
      </p:sp>
      <p:sp>
        <p:nvSpPr>
          <p:cNvPr id="41" name="Text 7"/>
          <p:cNvSpPr/>
          <p:nvPr/>
        </p:nvSpPr>
        <p:spPr>
          <a:xfrm>
            <a:off x="8861375" y="1478280"/>
            <a:ext cx="2797076" cy="533400"/>
          </a:xfrm>
          <a:prstGeom prst="rect">
            <a:avLst/>
          </a:prstGeom>
          <a:noFill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2000" b="1" dirty="0">
                <a:solidFill>
                  <a:srgbClr val="1F2937"/>
                </a:solidFill>
                <a:latin typeface="Times New Roman" panose="02020603050405020304" charset="0"/>
                <a:ea typeface="ui-sans-serif" pitchFamily="34" charset="-122"/>
                <a:cs typeface="Times New Roman" panose="02020603050405020304" charset="0"/>
              </a:rPr>
              <a:t>Semantic Request Routing</a:t>
            </a:r>
            <a:endParaRPr lang="en-US" sz="2000" b="1" dirty="0">
              <a:solidFill>
                <a:srgbClr val="1F2937"/>
              </a:solidFill>
              <a:latin typeface="Times New Roman" panose="02020603050405020304" charset="0"/>
              <a:ea typeface="ui-sans-serif" pitchFamily="34" charset="-122"/>
              <a:cs typeface="Times New Roman" panose="02020603050405020304" charset="0"/>
            </a:endParaRPr>
          </a:p>
        </p:txBody>
      </p:sp>
      <p:sp>
        <p:nvSpPr>
          <p:cNvPr id="42" name="Text 8"/>
          <p:cNvSpPr/>
          <p:nvPr/>
        </p:nvSpPr>
        <p:spPr>
          <a:xfrm>
            <a:off x="8508950" y="2125980"/>
            <a:ext cx="3149501" cy="457200"/>
          </a:xfrm>
          <a:prstGeom prst="rect">
            <a:avLst/>
          </a:prstGeom>
          <a:noFill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dirty="0">
                <a:solidFill>
                  <a:srgbClr val="4B5563"/>
                </a:solidFill>
                <a:latin typeface="Times New Roman" panose="02020603050405020304" charset="0"/>
                <a:ea typeface="ui-sans-serif" pitchFamily="34" charset="-122"/>
                <a:cs typeface="Times New Roman" panose="02020603050405020304" charset="0"/>
              </a:rPr>
              <a:t>Requests in terms of agent capabilities and roles</a:t>
            </a:r>
            <a:endParaRPr lang="en-US" dirty="0">
              <a:solidFill>
                <a:srgbClr val="4B5563"/>
              </a:solidFill>
              <a:latin typeface="Times New Roman" panose="02020603050405020304" charset="0"/>
              <a:ea typeface="ui-sans-serif" pitchFamily="34" charset="-122"/>
              <a:cs typeface="Times New Roman" panose="02020603050405020304" charset="0"/>
            </a:endParaRPr>
          </a:p>
        </p:txBody>
      </p:sp>
      <p:sp>
        <p:nvSpPr>
          <p:cNvPr id="43" name="Text 9"/>
          <p:cNvSpPr/>
          <p:nvPr/>
        </p:nvSpPr>
        <p:spPr>
          <a:xfrm>
            <a:off x="8508950" y="2659380"/>
            <a:ext cx="3149501" cy="457200"/>
          </a:xfrm>
          <a:prstGeom prst="rect">
            <a:avLst/>
          </a:prstGeom>
          <a:noFill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dirty="0">
                <a:solidFill>
                  <a:srgbClr val="4B5563"/>
                </a:solidFill>
                <a:latin typeface="Times New Roman" panose="02020603050405020304" charset="0"/>
                <a:ea typeface="ui-sans-serif" pitchFamily="34" charset="-122"/>
                <a:cs typeface="Times New Roman" panose="02020603050405020304" charset="0"/>
              </a:rPr>
              <a:t>Dynamic direction to agents capable of fulfilling roles</a:t>
            </a:r>
            <a:endParaRPr lang="en-US" dirty="0">
              <a:solidFill>
                <a:srgbClr val="4B5563"/>
              </a:solidFill>
              <a:latin typeface="Times New Roman" panose="02020603050405020304" charset="0"/>
              <a:ea typeface="ui-sans-serif" pitchFamily="34" charset="-122"/>
              <a:cs typeface="Times New Roman" panose="02020603050405020304" charset="0"/>
            </a:endParaRPr>
          </a:p>
        </p:txBody>
      </p:sp>
      <p:sp>
        <p:nvSpPr>
          <p:cNvPr id="44" name="Text 10"/>
          <p:cNvSpPr/>
          <p:nvPr/>
        </p:nvSpPr>
        <p:spPr>
          <a:xfrm>
            <a:off x="1123950" y="3830955"/>
            <a:ext cx="2668905" cy="266700"/>
          </a:xfrm>
          <a:prstGeom prst="rect">
            <a:avLst/>
          </a:prstGeom>
          <a:noFill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2000" b="1" dirty="0">
                <a:solidFill>
                  <a:srgbClr val="1F2937"/>
                </a:solidFill>
                <a:latin typeface="Times New Roman" panose="02020603050405020304" charset="0"/>
                <a:ea typeface="ui-sans-serif" pitchFamily="34" charset="-122"/>
                <a:cs typeface="Times New Roman" panose="02020603050405020304" charset="0"/>
              </a:rPr>
              <a:t>Context Propagation</a:t>
            </a:r>
            <a:endParaRPr lang="en-US" sz="2000" b="1" dirty="0">
              <a:solidFill>
                <a:srgbClr val="1F2937"/>
              </a:solidFill>
              <a:latin typeface="Times New Roman" panose="02020603050405020304" charset="0"/>
              <a:ea typeface="ui-sans-serif" pitchFamily="34" charset="-122"/>
              <a:cs typeface="Times New Roman" panose="02020603050405020304" charset="0"/>
            </a:endParaRPr>
          </a:p>
        </p:txBody>
      </p:sp>
      <p:sp>
        <p:nvSpPr>
          <p:cNvPr id="45" name="Text 11"/>
          <p:cNvSpPr/>
          <p:nvPr/>
        </p:nvSpPr>
        <p:spPr>
          <a:xfrm>
            <a:off x="762000" y="4316730"/>
            <a:ext cx="3149501" cy="457200"/>
          </a:xfrm>
          <a:prstGeom prst="rect">
            <a:avLst/>
          </a:prstGeom>
          <a:noFill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dirty="0">
                <a:solidFill>
                  <a:srgbClr val="4B5563"/>
                </a:solidFill>
                <a:latin typeface="Times New Roman" panose="02020603050405020304" charset="0"/>
                <a:ea typeface="ui-sans-serif" pitchFamily="34" charset="-122"/>
                <a:cs typeface="Times New Roman" panose="02020603050405020304" charset="0"/>
              </a:rPr>
              <a:t>Maintains shared context across collaboration</a:t>
            </a:r>
            <a:endParaRPr lang="en-US" dirty="0">
              <a:solidFill>
                <a:srgbClr val="4B5563"/>
              </a:solidFill>
              <a:latin typeface="Times New Roman" panose="02020603050405020304" charset="0"/>
              <a:ea typeface="ui-sans-serif" pitchFamily="34" charset="-122"/>
              <a:cs typeface="Times New Roman" panose="02020603050405020304" charset="0"/>
            </a:endParaRPr>
          </a:p>
        </p:txBody>
      </p:sp>
      <p:sp>
        <p:nvSpPr>
          <p:cNvPr id="46" name="Text 12"/>
          <p:cNvSpPr/>
          <p:nvPr/>
        </p:nvSpPr>
        <p:spPr>
          <a:xfrm>
            <a:off x="762000" y="4850130"/>
            <a:ext cx="3149501" cy="457200"/>
          </a:xfrm>
          <a:prstGeom prst="rect">
            <a:avLst/>
          </a:prstGeom>
          <a:noFill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dirty="0">
                <a:solidFill>
                  <a:srgbClr val="4B5563"/>
                </a:solidFill>
                <a:latin typeface="Times New Roman" panose="02020603050405020304" charset="0"/>
                <a:ea typeface="ui-sans-serif" pitchFamily="34" charset="-122"/>
                <a:cs typeface="Times New Roman" panose="02020603050405020304" charset="0"/>
              </a:rPr>
              <a:t>Context attached to control-plane interactions</a:t>
            </a:r>
            <a:endParaRPr lang="en-US" dirty="0">
              <a:solidFill>
                <a:srgbClr val="4B5563"/>
              </a:solidFill>
              <a:latin typeface="Times New Roman" panose="02020603050405020304" charset="0"/>
              <a:ea typeface="ui-sans-serif" pitchFamily="34" charset="-122"/>
              <a:cs typeface="Times New Roman" panose="02020603050405020304" charset="0"/>
            </a:endParaRPr>
          </a:p>
        </p:txBody>
      </p:sp>
      <p:sp>
        <p:nvSpPr>
          <p:cNvPr id="47" name="Text 13"/>
          <p:cNvSpPr/>
          <p:nvPr/>
        </p:nvSpPr>
        <p:spPr>
          <a:xfrm>
            <a:off x="4997351" y="3830955"/>
            <a:ext cx="2722483" cy="266700"/>
          </a:xfrm>
          <a:prstGeom prst="rect">
            <a:avLst/>
          </a:prstGeom>
          <a:noFill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2000" b="1" dirty="0">
                <a:solidFill>
                  <a:srgbClr val="1F2937"/>
                </a:solidFill>
                <a:latin typeface="Times New Roman" panose="02020603050405020304" charset="0"/>
                <a:ea typeface="ui-sans-serif" pitchFamily="34" charset="-122"/>
                <a:cs typeface="Times New Roman" panose="02020603050405020304" charset="0"/>
              </a:rPr>
              <a:t>Operational Visibility</a:t>
            </a:r>
            <a:endParaRPr lang="en-US" sz="2000" b="1" dirty="0">
              <a:solidFill>
                <a:srgbClr val="1F2937"/>
              </a:solidFill>
              <a:latin typeface="Times New Roman" panose="02020603050405020304" charset="0"/>
              <a:ea typeface="ui-sans-serif" pitchFamily="34" charset="-122"/>
              <a:cs typeface="Times New Roman" panose="02020603050405020304" charset="0"/>
            </a:endParaRPr>
          </a:p>
        </p:txBody>
      </p:sp>
      <p:sp>
        <p:nvSpPr>
          <p:cNvPr id="48" name="Text 14"/>
          <p:cNvSpPr/>
          <p:nvPr/>
        </p:nvSpPr>
        <p:spPr>
          <a:xfrm>
            <a:off x="4635401" y="4316730"/>
            <a:ext cx="3554730" cy="228600"/>
          </a:xfrm>
          <a:prstGeom prst="rect">
            <a:avLst/>
          </a:prstGeom>
          <a:noFill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dirty="0">
                <a:solidFill>
                  <a:srgbClr val="4B5563"/>
                </a:solidFill>
                <a:latin typeface="Times New Roman" panose="02020603050405020304" charset="0"/>
                <a:ea typeface="ui-sans-serif" pitchFamily="34" charset="-122"/>
                <a:cs typeface="Times New Roman" panose="02020603050405020304" charset="0"/>
              </a:rPr>
              <a:t>Observability at the collaboration level</a:t>
            </a:r>
            <a:endParaRPr lang="en-US" dirty="0">
              <a:solidFill>
                <a:srgbClr val="4B5563"/>
              </a:solidFill>
              <a:latin typeface="Times New Roman" panose="02020603050405020304" charset="0"/>
              <a:ea typeface="ui-sans-serif" pitchFamily="34" charset="-122"/>
              <a:cs typeface="Times New Roman" panose="02020603050405020304" charset="0"/>
            </a:endParaRPr>
          </a:p>
        </p:txBody>
      </p:sp>
      <p:sp>
        <p:nvSpPr>
          <p:cNvPr id="49" name="Text 15"/>
          <p:cNvSpPr/>
          <p:nvPr/>
        </p:nvSpPr>
        <p:spPr>
          <a:xfrm>
            <a:off x="4635500" y="4850130"/>
            <a:ext cx="3347720" cy="228600"/>
          </a:xfrm>
          <a:prstGeom prst="rect">
            <a:avLst/>
          </a:prstGeom>
          <a:noFill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dirty="0">
                <a:solidFill>
                  <a:srgbClr val="4B5563"/>
                </a:solidFill>
                <a:latin typeface="Times New Roman" panose="02020603050405020304" charset="0"/>
                <a:ea typeface="ui-sans-serif" pitchFamily="34" charset="-122"/>
                <a:cs typeface="Times New Roman" panose="02020603050405020304" charset="0"/>
              </a:rPr>
              <a:t>Observable entities: agent interactions</a:t>
            </a:r>
            <a:endParaRPr lang="en-US" dirty="0">
              <a:solidFill>
                <a:srgbClr val="4B5563"/>
              </a:solidFill>
              <a:latin typeface="Times New Roman" panose="02020603050405020304" charset="0"/>
              <a:ea typeface="ui-sans-serif" pitchFamily="34" charset="-122"/>
              <a:cs typeface="Times New Roman" panose="02020603050405020304" charset="0"/>
            </a:endParaRPr>
          </a:p>
        </p:txBody>
      </p:sp>
      <p:sp>
        <p:nvSpPr>
          <p:cNvPr id="50" name="Text 16"/>
          <p:cNvSpPr/>
          <p:nvPr/>
        </p:nvSpPr>
        <p:spPr>
          <a:xfrm>
            <a:off x="8870900" y="3830955"/>
            <a:ext cx="1482685" cy="266700"/>
          </a:xfrm>
          <a:prstGeom prst="rect">
            <a:avLst/>
          </a:prstGeom>
          <a:noFill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2000" b="1" dirty="0">
                <a:solidFill>
                  <a:srgbClr val="1F2937"/>
                </a:solidFill>
                <a:latin typeface="Times New Roman" panose="02020603050405020304" charset="0"/>
                <a:ea typeface="ui-sans-serif" pitchFamily="34" charset="-122"/>
                <a:cs typeface="Times New Roman" panose="02020603050405020304" charset="0"/>
              </a:rPr>
              <a:t>Key Benefit</a:t>
            </a:r>
            <a:endParaRPr lang="en-US" sz="2000" b="1" dirty="0">
              <a:solidFill>
                <a:srgbClr val="1F2937"/>
              </a:solidFill>
              <a:latin typeface="Times New Roman" panose="02020603050405020304" charset="0"/>
              <a:ea typeface="ui-sans-serif" pitchFamily="34" charset="-122"/>
              <a:cs typeface="Times New Roman" panose="02020603050405020304" charset="0"/>
            </a:endParaRPr>
          </a:p>
        </p:txBody>
      </p:sp>
      <p:sp>
        <p:nvSpPr>
          <p:cNvPr id="51" name="Text 17"/>
          <p:cNvSpPr/>
          <p:nvPr/>
        </p:nvSpPr>
        <p:spPr>
          <a:xfrm>
            <a:off x="8280350" y="4316730"/>
            <a:ext cx="3378101" cy="1143000"/>
          </a:xfrm>
          <a:prstGeom prst="rect">
            <a:avLst/>
          </a:prstGeom>
          <a:noFill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dirty="0">
                <a:solidFill>
                  <a:srgbClr val="4B5563"/>
                </a:solidFill>
                <a:latin typeface="Times New Roman" panose="02020603050405020304" charset="0"/>
                <a:ea typeface="ui-sans-serif" pitchFamily="34" charset="-122"/>
                <a:cs typeface="Times New Roman" panose="02020603050405020304" charset="0"/>
              </a:rPr>
              <a:t>Enabling dynamic multi-agent collaboration while preserving agent autonomy and providing a common foundation for protocols and security specifications.</a:t>
            </a:r>
            <a:endParaRPr lang="en-US" dirty="0">
              <a:solidFill>
                <a:srgbClr val="4B5563"/>
              </a:solidFill>
              <a:latin typeface="Times New Roman" panose="02020603050405020304" charset="0"/>
              <a:ea typeface="ui-sans-serif" pitchFamily="34" charset="-122"/>
              <a:cs typeface="Times New Roman" panose="02020603050405020304" charset="0"/>
            </a:endParaRPr>
          </a:p>
        </p:txBody>
      </p:sp>
      <p:sp>
        <p:nvSpPr>
          <p:cNvPr id="3" name="Text 0"/>
          <p:cNvSpPr/>
          <p:nvPr/>
        </p:nvSpPr>
        <p:spPr>
          <a:xfrm>
            <a:off x="495300" y="6522720"/>
            <a:ext cx="2267585" cy="190500"/>
          </a:xfrm>
          <a:prstGeom prst="rect">
            <a:avLst/>
          </a:prstGeom>
          <a:noFill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b="1" kern="0" spc="42" dirty="0">
                <a:solidFill>
                  <a:srgbClr val="0F766E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DMSC WORKING GROUP</a:t>
            </a:r>
            <a:endParaRPr lang="zh-CN" altLang="en-US" sz="1050" b="1" kern="0" spc="42" dirty="0">
              <a:solidFill>
                <a:srgbClr val="0F766E"/>
              </a:solidFill>
              <a:latin typeface="ui-sans-serif" pitchFamily="34" charset="0"/>
              <a:ea typeface="ui-sans-serif" pitchFamily="34" charset="-122"/>
              <a:cs typeface="ui-sans-serif" pitchFamily="34" charset="-120"/>
            </a:endParaRPr>
          </a:p>
        </p:txBody>
      </p:sp>
    </p:spTree>
  </p:cSld>
  <p:clrMapOvr>
    <a:masterClrMapping/>
  </p:clrMapOvr>
  <p:transition spd="med"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/>
          <p:cNvSpPr>
            <a:spLocks noGrp="1"/>
          </p:cNvSpPr>
          <p:nvPr>
            <p:ph type="title"/>
          </p:nvPr>
        </p:nvSpPr>
        <p:spPr>
          <a:xfrm>
            <a:off x="341630" y="249555"/>
            <a:ext cx="7411720" cy="466725"/>
          </a:xfrm>
        </p:spPr>
        <p:txBody>
          <a:bodyPr>
            <a:normAutofit fontScale="90000"/>
          </a:bodyPr>
          <a:lstStyle/>
          <a:p>
            <a:r>
              <a:rPr lang="en-US" altLang="zh-CN"/>
              <a:t>Conclusion and Future Work</a:t>
            </a:r>
            <a:endParaRPr lang="en-US" altLang="zh-CN"/>
          </a:p>
        </p:txBody>
      </p:sp>
      <p:pic>
        <p:nvPicPr>
          <p:cNvPr id="5" name="Image 3" descr="preencoded.png"/>
          <p:cNvPicPr>
            <a:picLocks noChangeAspect="1"/>
          </p:cNvPicPr>
          <p:nvPr/>
        </p:nvPicPr>
        <p:blipFill>
          <a:blip r:embed="rId1">
            <a:duotone>
              <a:prstClr val="black"/>
              <a:srgbClr val="D9C3A5">
                <a:tint val="50000"/>
                <a:satMod val="180000"/>
              </a:srgbClr>
            </a:duotone>
          </a:blip>
          <a:stretch>
            <a:fillRect/>
          </a:stretch>
        </p:blipFill>
        <p:spPr>
          <a:xfrm>
            <a:off x="457200" y="1638300"/>
            <a:ext cx="5524500" cy="1219200"/>
          </a:xfrm>
          <a:prstGeom prst="rect">
            <a:avLst/>
          </a:prstGeom>
        </p:spPr>
      </p:pic>
      <p:pic>
        <p:nvPicPr>
          <p:cNvPr id="6" name="Image 4" descr="preencoded.png"/>
          <p:cNvPicPr>
            <a:picLocks noChangeAspect="1"/>
          </p:cNvPicPr>
          <p:nvPr/>
        </p:nvPicPr>
        <p:blipFill>
          <a:blip r:embed="rId2">
            <a:duotone>
              <a:prstClr val="black"/>
              <a:schemeClr val="accent2">
                <a:tint val="45000"/>
                <a:satMod val="400000"/>
              </a:schemeClr>
            </a:duotone>
          </a:blip>
          <a:stretch>
            <a:fillRect/>
          </a:stretch>
        </p:blipFill>
        <p:spPr>
          <a:xfrm>
            <a:off x="685800" y="1866900"/>
            <a:ext cx="571500" cy="571500"/>
          </a:xfrm>
          <a:prstGeom prst="rect">
            <a:avLst/>
          </a:prstGeom>
        </p:spPr>
      </p:pic>
      <p:pic>
        <p:nvPicPr>
          <p:cNvPr id="7" name="Image 5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9150" y="2000250"/>
            <a:ext cx="304800" cy="304800"/>
          </a:xfrm>
          <a:prstGeom prst="rect">
            <a:avLst/>
          </a:prstGeom>
        </p:spPr>
      </p:pic>
      <p:pic>
        <p:nvPicPr>
          <p:cNvPr id="8" name="Image 6" descr="preencoded.png"/>
          <p:cNvPicPr>
            <a:picLocks noChangeAspect="1"/>
          </p:cNvPicPr>
          <p:nvPr/>
        </p:nvPicPr>
        <p:blipFill>
          <a:blip r:embed="rId1">
            <a:duotone>
              <a:prstClr val="black"/>
              <a:srgbClr val="D9C3A5">
                <a:tint val="50000"/>
                <a:satMod val="180000"/>
              </a:srgbClr>
            </a:duotone>
          </a:blip>
          <a:stretch>
            <a:fillRect/>
          </a:stretch>
        </p:blipFill>
        <p:spPr>
          <a:xfrm>
            <a:off x="457200" y="3009900"/>
            <a:ext cx="5524500" cy="1219200"/>
          </a:xfrm>
          <a:prstGeom prst="rect">
            <a:avLst/>
          </a:prstGeom>
        </p:spPr>
      </p:pic>
      <p:pic>
        <p:nvPicPr>
          <p:cNvPr id="9" name="Image 7" descr="preencoded.png"/>
          <p:cNvPicPr>
            <a:picLocks noChangeAspect="1"/>
          </p:cNvPicPr>
          <p:nvPr/>
        </p:nvPicPr>
        <p:blipFill>
          <a:blip r:embed="rId4">
            <a:duotone>
              <a:prstClr val="black"/>
              <a:schemeClr val="accent2">
                <a:tint val="45000"/>
                <a:satMod val="400000"/>
              </a:schemeClr>
            </a:duotone>
          </a:blip>
          <a:stretch>
            <a:fillRect/>
          </a:stretch>
        </p:blipFill>
        <p:spPr>
          <a:xfrm>
            <a:off x="685800" y="3238500"/>
            <a:ext cx="571500" cy="571500"/>
          </a:xfrm>
          <a:prstGeom prst="rect">
            <a:avLst/>
          </a:prstGeom>
        </p:spPr>
      </p:pic>
      <p:pic>
        <p:nvPicPr>
          <p:cNvPr id="10" name="Image 8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0100" y="3371850"/>
            <a:ext cx="342900" cy="304800"/>
          </a:xfrm>
          <a:prstGeom prst="rect">
            <a:avLst/>
          </a:prstGeom>
        </p:spPr>
      </p:pic>
      <p:pic>
        <p:nvPicPr>
          <p:cNvPr id="11" name="Image 9" descr="preencoded.png"/>
          <p:cNvPicPr>
            <a:picLocks noChangeAspect="1"/>
          </p:cNvPicPr>
          <p:nvPr/>
        </p:nvPicPr>
        <p:blipFill>
          <a:blip r:embed="rId1">
            <a:duotone>
              <a:prstClr val="black"/>
              <a:srgbClr val="D9C3A5">
                <a:tint val="50000"/>
                <a:satMod val="180000"/>
              </a:srgbClr>
            </a:duotone>
          </a:blip>
          <a:stretch>
            <a:fillRect/>
          </a:stretch>
        </p:blipFill>
        <p:spPr>
          <a:xfrm>
            <a:off x="457200" y="4381500"/>
            <a:ext cx="5524500" cy="1219200"/>
          </a:xfrm>
          <a:prstGeom prst="rect">
            <a:avLst/>
          </a:prstGeom>
        </p:spPr>
      </p:pic>
      <p:pic>
        <p:nvPicPr>
          <p:cNvPr id="12" name="Image 10" descr="preencoded.png"/>
          <p:cNvPicPr>
            <a:picLocks noChangeAspect="1"/>
          </p:cNvPicPr>
          <p:nvPr/>
        </p:nvPicPr>
        <p:blipFill>
          <a:blip r:embed="rId6">
            <a:duotone>
              <a:prstClr val="black"/>
              <a:schemeClr val="accent2">
                <a:tint val="45000"/>
                <a:satMod val="400000"/>
              </a:schemeClr>
            </a:duotone>
          </a:blip>
          <a:stretch>
            <a:fillRect/>
          </a:stretch>
        </p:blipFill>
        <p:spPr>
          <a:xfrm>
            <a:off x="685800" y="4610100"/>
            <a:ext cx="571500" cy="571500"/>
          </a:xfrm>
          <a:prstGeom prst="rect">
            <a:avLst/>
          </a:prstGeom>
        </p:spPr>
      </p:pic>
      <p:pic>
        <p:nvPicPr>
          <p:cNvPr id="13" name="Image 11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19150" y="4743450"/>
            <a:ext cx="304800" cy="304800"/>
          </a:xfrm>
          <a:prstGeom prst="rect">
            <a:avLst/>
          </a:prstGeom>
        </p:spPr>
      </p:pic>
      <p:pic>
        <p:nvPicPr>
          <p:cNvPr id="14" name="Image 12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210300" y="1699895"/>
            <a:ext cx="5524500" cy="1172845"/>
          </a:xfrm>
          <a:prstGeom prst="rect">
            <a:avLst/>
          </a:prstGeom>
        </p:spPr>
      </p:pic>
      <p:pic>
        <p:nvPicPr>
          <p:cNvPr id="15" name="Image 13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438900" y="1866900"/>
            <a:ext cx="381000" cy="340995"/>
          </a:xfrm>
          <a:prstGeom prst="rect">
            <a:avLst/>
          </a:prstGeom>
        </p:spPr>
      </p:pic>
      <p:pic>
        <p:nvPicPr>
          <p:cNvPr id="16" name="Image 14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210300" y="3041015"/>
            <a:ext cx="5524500" cy="1245235"/>
          </a:xfrm>
          <a:prstGeom prst="rect">
            <a:avLst/>
          </a:prstGeom>
        </p:spPr>
      </p:pic>
      <p:pic>
        <p:nvPicPr>
          <p:cNvPr id="17" name="Image 15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438900" y="3307080"/>
            <a:ext cx="266700" cy="340995"/>
          </a:xfrm>
          <a:prstGeom prst="rect">
            <a:avLst/>
          </a:prstGeom>
        </p:spPr>
      </p:pic>
      <p:pic>
        <p:nvPicPr>
          <p:cNvPr id="18" name="Image 16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210300" y="4440555"/>
            <a:ext cx="5524500" cy="1152525"/>
          </a:xfrm>
          <a:prstGeom prst="rect">
            <a:avLst/>
          </a:prstGeom>
        </p:spPr>
      </p:pic>
      <p:pic>
        <p:nvPicPr>
          <p:cNvPr id="19" name="Image 17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438900" y="4564380"/>
            <a:ext cx="304800" cy="340995"/>
          </a:xfrm>
          <a:prstGeom prst="rect">
            <a:avLst/>
          </a:prstGeom>
        </p:spPr>
      </p:pic>
      <p:sp>
        <p:nvSpPr>
          <p:cNvPr id="22" name="Text 1"/>
          <p:cNvSpPr/>
          <p:nvPr/>
        </p:nvSpPr>
        <p:spPr>
          <a:xfrm>
            <a:off x="457200" y="1181100"/>
            <a:ext cx="5524500" cy="304800"/>
          </a:xfrm>
          <a:prstGeom prst="rect">
            <a:avLst/>
          </a:prstGeom>
          <a:noFill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400"/>
              </a:lnSpc>
              <a:buNone/>
            </a:pPr>
            <a:r>
              <a:rPr lang="en-US" sz="2800" b="1" dirty="0">
                <a:solidFill>
                  <a:srgbClr val="374151"/>
                </a:solidFill>
                <a:latin typeface="Times New Roman" panose="02020603050405020304" charset="0"/>
                <a:ea typeface="ui-sans-serif" pitchFamily="34" charset="-122"/>
                <a:cs typeface="Times New Roman" panose="02020603050405020304" charset="0"/>
              </a:rPr>
              <a:t>Key Conclusions</a:t>
            </a:r>
            <a:endParaRPr lang="en-US" sz="2800" b="1" dirty="0">
              <a:solidFill>
                <a:srgbClr val="374151"/>
              </a:solidFill>
              <a:latin typeface="Times New Roman" panose="02020603050405020304" charset="0"/>
              <a:ea typeface="ui-sans-serif" pitchFamily="34" charset="-122"/>
              <a:cs typeface="Times New Roman" panose="02020603050405020304" charset="0"/>
            </a:endParaRPr>
          </a:p>
        </p:txBody>
      </p:sp>
      <p:sp>
        <p:nvSpPr>
          <p:cNvPr id="23" name="Text 2"/>
          <p:cNvSpPr/>
          <p:nvPr/>
        </p:nvSpPr>
        <p:spPr>
          <a:xfrm>
            <a:off x="1409700" y="1866900"/>
            <a:ext cx="5212080" cy="266700"/>
          </a:xfrm>
          <a:prstGeom prst="rect">
            <a:avLst/>
          </a:prstGeom>
          <a:noFill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2000" b="1" dirty="0">
                <a:solidFill>
                  <a:srgbClr val="374151"/>
                </a:solidFill>
                <a:latin typeface="Times New Roman" panose="02020603050405020304" charset="0"/>
                <a:ea typeface="ui-sans-serif" pitchFamily="34" charset="-122"/>
                <a:cs typeface="Times New Roman" panose="02020603050405020304" charset="0"/>
              </a:rPr>
              <a:t>Infrastructure-Centric Approach</a:t>
            </a:r>
            <a:endParaRPr lang="en-US" sz="2000" b="1" dirty="0">
              <a:solidFill>
                <a:srgbClr val="374151"/>
              </a:solidFill>
              <a:latin typeface="Times New Roman" panose="02020603050405020304" charset="0"/>
              <a:ea typeface="ui-sans-serif" pitchFamily="34" charset="-122"/>
              <a:cs typeface="Times New Roman" panose="02020603050405020304" charset="0"/>
            </a:endParaRPr>
          </a:p>
        </p:txBody>
      </p:sp>
      <p:sp>
        <p:nvSpPr>
          <p:cNvPr id="24" name="Text 3"/>
          <p:cNvSpPr/>
          <p:nvPr/>
        </p:nvSpPr>
        <p:spPr>
          <a:xfrm>
            <a:off x="1409700" y="2171700"/>
            <a:ext cx="4343400" cy="457200"/>
          </a:xfrm>
          <a:prstGeom prst="rect">
            <a:avLst/>
          </a:prstGeom>
          <a:noFill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dirty="0">
                <a:solidFill>
                  <a:srgbClr val="4B5563"/>
                </a:solidFill>
                <a:latin typeface="Times New Roman" panose="02020603050405020304" charset="0"/>
                <a:ea typeface="ui-sans-serif" pitchFamily="34" charset="-122"/>
                <a:cs typeface="Times New Roman" panose="02020603050405020304" charset="0"/>
              </a:rPr>
              <a:t>Network infrastructure provides agent-aware control and semantic-aware forwarding as first-class capabilities</a:t>
            </a:r>
            <a:endParaRPr lang="en-US" dirty="0">
              <a:solidFill>
                <a:srgbClr val="4B5563"/>
              </a:solidFill>
              <a:latin typeface="Times New Roman" panose="02020603050405020304" charset="0"/>
              <a:ea typeface="ui-sans-serif" pitchFamily="34" charset="-122"/>
              <a:cs typeface="Times New Roman" panose="02020603050405020304" charset="0"/>
            </a:endParaRPr>
          </a:p>
        </p:txBody>
      </p:sp>
      <p:sp>
        <p:nvSpPr>
          <p:cNvPr id="25" name="Text 4"/>
          <p:cNvSpPr/>
          <p:nvPr/>
        </p:nvSpPr>
        <p:spPr>
          <a:xfrm>
            <a:off x="1409700" y="3238500"/>
            <a:ext cx="5212080" cy="266700"/>
          </a:xfrm>
          <a:prstGeom prst="rect">
            <a:avLst/>
          </a:prstGeom>
          <a:noFill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2000" b="1" dirty="0">
                <a:solidFill>
                  <a:srgbClr val="374151"/>
                </a:solidFill>
                <a:latin typeface="Times New Roman" panose="02020603050405020304" charset="0"/>
                <a:ea typeface="ui-sans-serif" pitchFamily="34" charset="-122"/>
                <a:cs typeface="Times New Roman" panose="02020603050405020304" charset="0"/>
              </a:rPr>
              <a:t>Clear Architectural Boundaries</a:t>
            </a:r>
            <a:endParaRPr lang="en-US" sz="2000" b="1" dirty="0">
              <a:solidFill>
                <a:srgbClr val="374151"/>
              </a:solidFill>
              <a:latin typeface="Times New Roman" panose="02020603050405020304" charset="0"/>
              <a:ea typeface="ui-sans-serif" pitchFamily="34" charset="-122"/>
              <a:cs typeface="Times New Roman" panose="02020603050405020304" charset="0"/>
            </a:endParaRPr>
          </a:p>
        </p:txBody>
      </p:sp>
      <p:sp>
        <p:nvSpPr>
          <p:cNvPr id="26" name="Text 5"/>
          <p:cNvSpPr/>
          <p:nvPr/>
        </p:nvSpPr>
        <p:spPr>
          <a:xfrm>
            <a:off x="1409700" y="3543300"/>
            <a:ext cx="4343400" cy="457200"/>
          </a:xfrm>
          <a:prstGeom prst="rect">
            <a:avLst/>
          </a:prstGeom>
          <a:noFill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dirty="0">
                <a:solidFill>
                  <a:srgbClr val="4B5563"/>
                </a:solidFill>
                <a:latin typeface="Times New Roman" panose="02020603050405020304" charset="0"/>
                <a:ea typeface="ui-sans-serif" pitchFamily="34" charset="-122"/>
                <a:cs typeface="Times New Roman" panose="02020603050405020304" charset="0"/>
              </a:rPr>
              <a:t>Separates agent intelligence from network responsibility, enabling independent evolution</a:t>
            </a:r>
            <a:endParaRPr lang="en-US" dirty="0">
              <a:solidFill>
                <a:srgbClr val="4B5563"/>
              </a:solidFill>
              <a:latin typeface="Times New Roman" panose="02020603050405020304" charset="0"/>
              <a:ea typeface="ui-sans-serif" pitchFamily="34" charset="-122"/>
              <a:cs typeface="Times New Roman" panose="02020603050405020304" charset="0"/>
            </a:endParaRPr>
          </a:p>
        </p:txBody>
      </p:sp>
      <p:sp>
        <p:nvSpPr>
          <p:cNvPr id="27" name="Text 6"/>
          <p:cNvSpPr/>
          <p:nvPr/>
        </p:nvSpPr>
        <p:spPr>
          <a:xfrm>
            <a:off x="1409700" y="4610100"/>
            <a:ext cx="4375785" cy="266700"/>
          </a:xfrm>
          <a:prstGeom prst="rect">
            <a:avLst/>
          </a:prstGeom>
          <a:noFill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2000" b="1" dirty="0">
                <a:solidFill>
                  <a:srgbClr val="374151"/>
                </a:solidFill>
                <a:latin typeface="Times New Roman" panose="02020603050405020304" charset="0"/>
                <a:ea typeface="ui-sans-serif" pitchFamily="34" charset="-122"/>
                <a:cs typeface="Times New Roman" panose="02020603050405020304" charset="0"/>
              </a:rPr>
              <a:t>Foundation for Evolution</a:t>
            </a:r>
            <a:endParaRPr lang="en-US" sz="2000" b="1" dirty="0">
              <a:solidFill>
                <a:srgbClr val="374151"/>
              </a:solidFill>
              <a:latin typeface="Times New Roman" panose="02020603050405020304" charset="0"/>
              <a:ea typeface="ui-sans-serif" pitchFamily="34" charset="-122"/>
              <a:cs typeface="Times New Roman" panose="02020603050405020304" charset="0"/>
            </a:endParaRPr>
          </a:p>
        </p:txBody>
      </p:sp>
      <p:sp>
        <p:nvSpPr>
          <p:cNvPr id="28" name="Text 7"/>
          <p:cNvSpPr/>
          <p:nvPr/>
        </p:nvSpPr>
        <p:spPr>
          <a:xfrm>
            <a:off x="1409700" y="4914900"/>
            <a:ext cx="4343400" cy="457200"/>
          </a:xfrm>
          <a:prstGeom prst="rect">
            <a:avLst/>
          </a:prstGeom>
          <a:noFill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dirty="0">
                <a:solidFill>
                  <a:srgbClr val="4B5563"/>
                </a:solidFill>
                <a:latin typeface="Times New Roman" panose="02020603050405020304" charset="0"/>
                <a:ea typeface="ui-sans-serif" pitchFamily="34" charset="-122"/>
                <a:cs typeface="Times New Roman" panose="02020603050405020304" charset="0"/>
              </a:rPr>
              <a:t>Provides common foundation for protocol, security, and deployment specifications</a:t>
            </a:r>
            <a:endParaRPr lang="en-US" dirty="0">
              <a:solidFill>
                <a:srgbClr val="4B5563"/>
              </a:solidFill>
              <a:latin typeface="Times New Roman" panose="02020603050405020304" charset="0"/>
              <a:ea typeface="ui-sans-serif" pitchFamily="34" charset="-122"/>
              <a:cs typeface="Times New Roman" panose="02020603050405020304" charset="0"/>
            </a:endParaRPr>
          </a:p>
        </p:txBody>
      </p:sp>
      <p:sp>
        <p:nvSpPr>
          <p:cNvPr id="29" name="Text 8"/>
          <p:cNvSpPr/>
          <p:nvPr/>
        </p:nvSpPr>
        <p:spPr>
          <a:xfrm>
            <a:off x="6210300" y="1181100"/>
            <a:ext cx="5524500" cy="304800"/>
          </a:xfrm>
          <a:prstGeom prst="rect">
            <a:avLst/>
          </a:prstGeom>
          <a:noFill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400"/>
              </a:lnSpc>
              <a:buNone/>
            </a:pPr>
            <a:r>
              <a:rPr lang="en-US" sz="2800" b="1" dirty="0">
                <a:solidFill>
                  <a:srgbClr val="374151"/>
                </a:solidFill>
                <a:latin typeface="Times New Roman" panose="02020603050405020304" charset="0"/>
                <a:ea typeface="ui-sans-serif" pitchFamily="34" charset="-122"/>
                <a:cs typeface="Times New Roman" panose="02020603050405020304" charset="0"/>
              </a:rPr>
              <a:t>Future Work</a:t>
            </a:r>
            <a:endParaRPr lang="en-US" sz="2800" b="1" dirty="0">
              <a:solidFill>
                <a:srgbClr val="374151"/>
              </a:solidFill>
              <a:latin typeface="Times New Roman" panose="02020603050405020304" charset="0"/>
              <a:ea typeface="ui-sans-serif" pitchFamily="34" charset="-122"/>
              <a:cs typeface="Times New Roman" panose="02020603050405020304" charset="0"/>
            </a:endParaRPr>
          </a:p>
        </p:txBody>
      </p:sp>
      <p:sp>
        <p:nvSpPr>
          <p:cNvPr id="30" name="Text 9"/>
          <p:cNvSpPr/>
          <p:nvPr/>
        </p:nvSpPr>
        <p:spPr>
          <a:xfrm>
            <a:off x="6934200" y="1885950"/>
            <a:ext cx="2867025" cy="298450"/>
          </a:xfrm>
          <a:prstGeom prst="rect">
            <a:avLst/>
          </a:prstGeom>
          <a:noFill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2000" b="1" dirty="0">
                <a:solidFill>
                  <a:srgbClr val="374151"/>
                </a:solidFill>
                <a:latin typeface="Times New Roman" panose="02020603050405020304" charset="0"/>
                <a:ea typeface="ui-sans-serif" pitchFamily="34" charset="-122"/>
                <a:cs typeface="Times New Roman" panose="02020603050405020304" charset="0"/>
              </a:rPr>
              <a:t>Protocol Development</a:t>
            </a:r>
            <a:endParaRPr lang="en-US" sz="2000" b="1" dirty="0">
              <a:solidFill>
                <a:srgbClr val="374151"/>
              </a:solidFill>
              <a:latin typeface="Times New Roman" panose="02020603050405020304" charset="0"/>
              <a:ea typeface="ui-sans-serif" pitchFamily="34" charset="-122"/>
              <a:cs typeface="Times New Roman" panose="02020603050405020304" charset="0"/>
            </a:endParaRPr>
          </a:p>
        </p:txBody>
      </p:sp>
      <p:sp>
        <p:nvSpPr>
          <p:cNvPr id="31" name="Text 10"/>
          <p:cNvSpPr/>
          <p:nvPr/>
        </p:nvSpPr>
        <p:spPr>
          <a:xfrm>
            <a:off x="6438900" y="2286000"/>
            <a:ext cx="5274945" cy="228600"/>
          </a:xfrm>
          <a:prstGeom prst="rect">
            <a:avLst/>
          </a:prstGeom>
          <a:noFill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dirty="0">
                <a:solidFill>
                  <a:srgbClr val="4B5563"/>
                </a:solidFill>
                <a:latin typeface="Times New Roman" panose="02020603050405020304" charset="0"/>
                <a:ea typeface="ui-sans-serif" pitchFamily="34" charset="-122"/>
                <a:cs typeface="Times New Roman" panose="02020603050405020304" charset="0"/>
              </a:rPr>
              <a:t>Detailed protocol designs to support the architectural framework</a:t>
            </a:r>
            <a:endParaRPr lang="en-US" dirty="0">
              <a:solidFill>
                <a:srgbClr val="4B5563"/>
              </a:solidFill>
              <a:latin typeface="Times New Roman" panose="02020603050405020304" charset="0"/>
              <a:ea typeface="ui-sans-serif" pitchFamily="34" charset="-122"/>
              <a:cs typeface="Times New Roman" panose="02020603050405020304" charset="0"/>
            </a:endParaRPr>
          </a:p>
        </p:txBody>
      </p:sp>
      <p:sp>
        <p:nvSpPr>
          <p:cNvPr id="32" name="Text 11"/>
          <p:cNvSpPr/>
          <p:nvPr/>
        </p:nvSpPr>
        <p:spPr>
          <a:xfrm>
            <a:off x="6819900" y="3326130"/>
            <a:ext cx="2752725" cy="298450"/>
          </a:xfrm>
          <a:prstGeom prst="rect">
            <a:avLst/>
          </a:prstGeom>
          <a:noFill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2000" b="1" dirty="0">
                <a:solidFill>
                  <a:srgbClr val="374151"/>
                </a:solidFill>
                <a:latin typeface="Times New Roman" panose="02020603050405020304" charset="0"/>
                <a:ea typeface="ui-sans-serif" pitchFamily="34" charset="-122"/>
                <a:cs typeface="Times New Roman" panose="02020603050405020304" charset="0"/>
              </a:rPr>
              <a:t>Security Architecture</a:t>
            </a:r>
            <a:endParaRPr lang="en-US" sz="2000" b="1" dirty="0">
              <a:solidFill>
                <a:srgbClr val="374151"/>
              </a:solidFill>
              <a:latin typeface="Times New Roman" panose="02020603050405020304" charset="0"/>
              <a:ea typeface="ui-sans-serif" pitchFamily="34" charset="-122"/>
              <a:cs typeface="Times New Roman" panose="02020603050405020304" charset="0"/>
            </a:endParaRPr>
          </a:p>
        </p:txBody>
      </p:sp>
      <p:sp>
        <p:nvSpPr>
          <p:cNvPr id="33" name="Text 12"/>
          <p:cNvSpPr/>
          <p:nvPr/>
        </p:nvSpPr>
        <p:spPr>
          <a:xfrm>
            <a:off x="6438900" y="3726180"/>
            <a:ext cx="6080760" cy="228600"/>
          </a:xfrm>
          <a:prstGeom prst="rect">
            <a:avLst/>
          </a:prstGeom>
          <a:noFill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dirty="0">
                <a:solidFill>
                  <a:srgbClr val="4B5563"/>
                </a:solidFill>
                <a:latin typeface="Times New Roman" panose="02020603050405020304" charset="0"/>
                <a:ea typeface="ui-sans-serif" pitchFamily="34" charset="-122"/>
                <a:cs typeface="Times New Roman" panose="02020603050405020304" charset="0"/>
              </a:rPr>
              <a:t>Security mechanisms to protect agent collaboration</a:t>
            </a:r>
            <a:endParaRPr lang="en-US" dirty="0">
              <a:solidFill>
                <a:srgbClr val="4B5563"/>
              </a:solidFill>
              <a:latin typeface="Times New Roman" panose="02020603050405020304" charset="0"/>
              <a:ea typeface="ui-sans-serif" pitchFamily="34" charset="-122"/>
              <a:cs typeface="Times New Roman" panose="02020603050405020304" charset="0"/>
            </a:endParaRPr>
          </a:p>
        </p:txBody>
      </p:sp>
      <p:sp>
        <p:nvSpPr>
          <p:cNvPr id="34" name="Text 13"/>
          <p:cNvSpPr/>
          <p:nvPr/>
        </p:nvSpPr>
        <p:spPr>
          <a:xfrm>
            <a:off x="6858000" y="4583430"/>
            <a:ext cx="3437890" cy="298450"/>
          </a:xfrm>
          <a:prstGeom prst="rect">
            <a:avLst/>
          </a:prstGeom>
          <a:noFill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2000" b="1" dirty="0">
                <a:solidFill>
                  <a:srgbClr val="374151"/>
                </a:solidFill>
                <a:latin typeface="Times New Roman" panose="02020603050405020304" charset="0"/>
                <a:ea typeface="ui-sans-serif" pitchFamily="34" charset="-122"/>
                <a:cs typeface="Times New Roman" panose="02020603050405020304" charset="0"/>
              </a:rPr>
              <a:t>Deployment Specifications</a:t>
            </a:r>
            <a:endParaRPr lang="en-US" sz="2000" b="1" dirty="0">
              <a:solidFill>
                <a:srgbClr val="374151"/>
              </a:solidFill>
              <a:latin typeface="Times New Roman" panose="02020603050405020304" charset="0"/>
              <a:ea typeface="ui-sans-serif" pitchFamily="34" charset="-122"/>
              <a:cs typeface="Times New Roman" panose="02020603050405020304" charset="0"/>
            </a:endParaRPr>
          </a:p>
        </p:txBody>
      </p:sp>
      <p:sp>
        <p:nvSpPr>
          <p:cNvPr id="35" name="Text 14"/>
          <p:cNvSpPr/>
          <p:nvPr/>
        </p:nvSpPr>
        <p:spPr>
          <a:xfrm>
            <a:off x="6438900" y="4983480"/>
            <a:ext cx="6080760" cy="228600"/>
          </a:xfrm>
          <a:prstGeom prst="rect">
            <a:avLst/>
          </a:prstGeom>
          <a:noFill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dirty="0">
                <a:solidFill>
                  <a:srgbClr val="4B5563"/>
                </a:solidFill>
                <a:latin typeface="Times New Roman" panose="02020603050405020304" charset="0"/>
                <a:ea typeface="ui-sans-serif" pitchFamily="34" charset="-122"/>
                <a:cs typeface="Times New Roman" panose="02020603050405020304" charset="0"/>
              </a:rPr>
              <a:t>Implementation guidelines for practical deployments</a:t>
            </a:r>
            <a:endParaRPr lang="en-US" dirty="0">
              <a:solidFill>
                <a:srgbClr val="4B5563"/>
              </a:solidFill>
              <a:latin typeface="Times New Roman" panose="02020603050405020304" charset="0"/>
              <a:ea typeface="ui-sans-serif" pitchFamily="34" charset="-122"/>
              <a:cs typeface="Times New Roman" panose="02020603050405020304" charset="0"/>
            </a:endParaRPr>
          </a:p>
        </p:txBody>
      </p:sp>
      <p:sp>
        <p:nvSpPr>
          <p:cNvPr id="3" name="Text 0"/>
          <p:cNvSpPr/>
          <p:nvPr/>
        </p:nvSpPr>
        <p:spPr>
          <a:xfrm>
            <a:off x="495300" y="6522720"/>
            <a:ext cx="2267585" cy="190500"/>
          </a:xfrm>
          <a:prstGeom prst="rect">
            <a:avLst/>
          </a:prstGeom>
          <a:noFill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b="1" kern="0" spc="42" dirty="0">
                <a:solidFill>
                  <a:srgbClr val="0F766E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DMSC WORKING GROUP</a:t>
            </a:r>
            <a:endParaRPr lang="zh-CN" altLang="en-US" sz="1050" b="1" kern="0" spc="42" dirty="0">
              <a:solidFill>
                <a:srgbClr val="0F766E"/>
              </a:solidFill>
              <a:latin typeface="ui-sans-serif" pitchFamily="34" charset="0"/>
              <a:ea typeface="ui-sans-serif" pitchFamily="34" charset="-122"/>
              <a:cs typeface="ui-sans-serif" pitchFamily="34" charset="-120"/>
            </a:endParaRPr>
          </a:p>
        </p:txBody>
      </p:sp>
    </p:spTree>
  </p:cSld>
  <p:clrMapOvr>
    <a:masterClrMapping/>
  </p:clrMapOvr>
  <p:transition spd="med"/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4046</Words>
  <Application>WPS 演示</Application>
  <PresentationFormat>On-screen Show (16:9)</PresentationFormat>
  <Paragraphs>182</Paragraphs>
  <Slides>6</Slides>
  <Notes>6</Notes>
  <HiddenSlides>0</HiddenSlides>
  <MMClips>0</MMClips>
  <ScaleCrop>false</ScaleCrop>
  <HeadingPairs>
    <vt:vector size="6" baseType="variant">
      <vt:variant>
        <vt:lpstr>已用的字体</vt:lpstr>
      </vt:variant>
      <vt:variant>
        <vt:i4>20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6</vt:i4>
      </vt:variant>
    </vt:vector>
  </HeadingPairs>
  <TitlesOfParts>
    <vt:vector size="28" baseType="lpstr">
      <vt:lpstr>Arial</vt:lpstr>
      <vt:lpstr>宋体</vt:lpstr>
      <vt:lpstr>Wingdings</vt:lpstr>
      <vt:lpstr>Calibri</vt:lpstr>
      <vt:lpstr>微软雅黑</vt:lpstr>
      <vt:lpstr>Roboto</vt:lpstr>
      <vt:lpstr>Times New Roman</vt:lpstr>
      <vt:lpstr>Roboto</vt:lpstr>
      <vt:lpstr>Roboto</vt:lpstr>
      <vt:lpstr>ui-sans-serif</vt:lpstr>
      <vt:lpstr>ui-sans-serif</vt:lpstr>
      <vt:lpstr>ui-sans-serif</vt:lpstr>
      <vt:lpstr>Wingdings</vt:lpstr>
      <vt:lpstr>Arial Unicode MS</vt:lpstr>
      <vt:lpstr>等线</vt:lpstr>
      <vt:lpstr>Segoe Print</vt:lpstr>
      <vt:lpstr>MingLiU-ExtB</vt:lpstr>
      <vt:lpstr>Calibri</vt:lpstr>
      <vt:lpstr>Forte</vt:lpstr>
      <vt:lpstr>Microsoft Sans Serif</vt:lpstr>
      <vt:lpstr>Office Theme</vt:lpstr>
      <vt:lpstr>1_Office Theme</vt:lpstr>
      <vt:lpstr>PowerPoint 演示文稿</vt:lpstr>
      <vt:lpstr>Introduction: Evolution of Intelligent Agents</vt:lpstr>
      <vt:lpstr>Network Requirements for Agent Collaboration</vt:lpstr>
      <vt:lpstr>DMSC Infrastructure Architecture Overview</vt:lpstr>
      <vt:lpstr>Introduction: Evolution of Intelligent Agents</vt:lpstr>
      <vt:lpstr>Conclusion and Future Work</vt:lpstr>
    </vt:vector>
  </TitlesOfParts>
  <Company>PptxGenJS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creator>PptxGenJS</dc:creator>
  <dc:subject>PptxGenJS Presentation</dc:subject>
  <cp:lastModifiedBy>HP</cp:lastModifiedBy>
  <cp:revision>14</cp:revision>
  <dcterms:created xsi:type="dcterms:W3CDTF">2026-01-23T08:02:00Z</dcterms:created>
  <dcterms:modified xsi:type="dcterms:W3CDTF">2026-01-26T01:29:30Z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2052-12.1.0.24657</vt:lpwstr>
  </property>
  <property fmtid="{D5CDD505-2E9C-101B-9397-08002B2CF9AE}" pid="3" name="ICV">
    <vt:lpwstr>01997E76BA9442A8ACE70A1B98E586AB_13</vt:lpwstr>
  </property>
</Properties>
</file>